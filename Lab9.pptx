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67" r:id="rId23"/>
    <p:sldId id="268" r:id="rId24"/>
    <p:sldId id="269" r:id="rId25"/>
    <p:sldId id="270" r:id="rId26"/>
    <p:sldId id="271" r:id="rId27"/>
    <p:sldId id="275" r:id="rId28"/>
    <p:sldId id="272" r:id="rId29"/>
    <p:sldId id="273" r:id="rId30"/>
    <p:sldId id="274" r:id="rId31"/>
    <p:sldId id="291" r:id="rId32"/>
    <p:sldId id="292" r:id="rId33"/>
    <p:sldId id="276" r:id="rId34"/>
    <p:sldId id="277" r:id="rId35"/>
    <p:sldId id="278" r:id="rId36"/>
    <p:sldId id="279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0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63B47D-EAC8-4967-888C-2FDE3F2CB798}" v="58" dt="2026-05-06T04:12:45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DENEBULGAN Otgonbayar" userId="bec125cd-7ef1-4687-9ea2-2720d4118683" providerId="ADAL" clId="{AE7BCB0D-CAB0-4CB1-82D5-4EAD9B91E054}"/>
    <pc:docChg chg="undo custSel addSld delSld modSld sldOrd">
      <pc:chgData name="ERDENEBULGAN Otgonbayar" userId="bec125cd-7ef1-4687-9ea2-2720d4118683" providerId="ADAL" clId="{AE7BCB0D-CAB0-4CB1-82D5-4EAD9B91E054}" dt="2026-05-06T04:12:57.073" v="11577" actId="1076"/>
      <pc:docMkLst>
        <pc:docMk/>
      </pc:docMkLst>
      <pc:sldChg chg="modSp mod">
        <pc:chgData name="ERDENEBULGAN Otgonbayar" userId="bec125cd-7ef1-4687-9ea2-2720d4118683" providerId="ADAL" clId="{AE7BCB0D-CAB0-4CB1-82D5-4EAD9B91E054}" dt="2026-05-05T10:52:47.310" v="1271" actId="2711"/>
        <pc:sldMkLst>
          <pc:docMk/>
          <pc:sldMk cId="0" sldId="264"/>
        </pc:sldMkLst>
        <pc:spChg chg="mod">
          <ac:chgData name="ERDENEBULGAN Otgonbayar" userId="bec125cd-7ef1-4687-9ea2-2720d4118683" providerId="ADAL" clId="{AE7BCB0D-CAB0-4CB1-82D5-4EAD9B91E054}" dt="2026-05-05T10:52:47.310" v="1271" actId="2711"/>
          <ac:spMkLst>
            <pc:docMk/>
            <pc:sldMk cId="0" sldId="264"/>
            <ac:spMk id="3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5T10:32:06.701" v="171" actId="20577"/>
          <ac:spMkLst>
            <pc:docMk/>
            <pc:sldMk cId="0" sldId="264"/>
            <ac:spMk id="5" creationId="{00000000-0000-0000-0000-000000000000}"/>
          </ac:spMkLst>
        </pc:spChg>
      </pc:sldChg>
      <pc:sldChg chg="addSp delSp modSp mod">
        <pc:chgData name="ERDENEBULGAN Otgonbayar" userId="bec125cd-7ef1-4687-9ea2-2720d4118683" providerId="ADAL" clId="{AE7BCB0D-CAB0-4CB1-82D5-4EAD9B91E054}" dt="2026-05-05T10:53:05.201" v="1272" actId="2711"/>
        <pc:sldMkLst>
          <pc:docMk/>
          <pc:sldMk cId="0" sldId="265"/>
        </pc:sldMkLst>
        <pc:spChg chg="mod">
          <ac:chgData name="ERDENEBULGAN Otgonbayar" userId="bec125cd-7ef1-4687-9ea2-2720d4118683" providerId="ADAL" clId="{AE7BCB0D-CAB0-4CB1-82D5-4EAD9B91E054}" dt="2026-05-05T10:53:05.201" v="1272" actId="2711"/>
          <ac:spMkLst>
            <pc:docMk/>
            <pc:sldMk cId="0" sldId="265"/>
            <ac:spMk id="3" creationId="{00000000-0000-0000-0000-000000000000}"/>
          </ac:spMkLst>
        </pc:spChg>
        <pc:spChg chg="add del mod">
          <ac:chgData name="ERDENEBULGAN Otgonbayar" userId="bec125cd-7ef1-4687-9ea2-2720d4118683" providerId="ADAL" clId="{AE7BCB0D-CAB0-4CB1-82D5-4EAD9B91E054}" dt="2026-05-05T10:48:51.571" v="1017" actId="20577"/>
          <ac:spMkLst>
            <pc:docMk/>
            <pc:sldMk cId="0" sldId="265"/>
            <ac:spMk id="4" creationId="{00000000-0000-0000-0000-000000000000}"/>
          </ac:spMkLst>
        </pc:spChg>
        <pc:spChg chg="del mod">
          <ac:chgData name="ERDENEBULGAN Otgonbayar" userId="bec125cd-7ef1-4687-9ea2-2720d4118683" providerId="ADAL" clId="{AE7BCB0D-CAB0-4CB1-82D5-4EAD9B91E054}" dt="2026-05-05T10:36:37.639" v="209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ERDENEBULGAN Otgonbayar" userId="bec125cd-7ef1-4687-9ea2-2720d4118683" providerId="ADAL" clId="{AE7BCB0D-CAB0-4CB1-82D5-4EAD9B91E054}" dt="2026-05-05T10:36:28.820" v="185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ERDENEBULGAN Otgonbayar" userId="bec125cd-7ef1-4687-9ea2-2720d4118683" providerId="ADAL" clId="{AE7BCB0D-CAB0-4CB1-82D5-4EAD9B91E054}" dt="2026-05-05T10:36:28.820" v="185" actId="478"/>
          <ac:spMkLst>
            <pc:docMk/>
            <pc:sldMk cId="0" sldId="265"/>
            <ac:spMk id="7" creationId="{00000000-0000-0000-0000-000000000000}"/>
          </ac:spMkLst>
        </pc:spChg>
        <pc:spChg chg="del mod">
          <ac:chgData name="ERDENEBULGAN Otgonbayar" userId="bec125cd-7ef1-4687-9ea2-2720d4118683" providerId="ADAL" clId="{AE7BCB0D-CAB0-4CB1-82D5-4EAD9B91E054}" dt="2026-05-05T10:36:35.704" v="208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ERDENEBULGAN Otgonbayar" userId="bec125cd-7ef1-4687-9ea2-2720d4118683" providerId="ADAL" clId="{AE7BCB0D-CAB0-4CB1-82D5-4EAD9B91E054}" dt="2026-05-05T10:36:28.820" v="185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ERDENEBULGAN Otgonbayar" userId="bec125cd-7ef1-4687-9ea2-2720d4118683" providerId="ADAL" clId="{AE7BCB0D-CAB0-4CB1-82D5-4EAD9B91E054}" dt="2026-05-05T10:36:28.820" v="185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ERDENEBULGAN Otgonbayar" userId="bec125cd-7ef1-4687-9ea2-2720d4118683" providerId="ADAL" clId="{AE7BCB0D-CAB0-4CB1-82D5-4EAD9B91E054}" dt="2026-05-05T10:36:39.867" v="210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ERDENEBULGAN Otgonbayar" userId="bec125cd-7ef1-4687-9ea2-2720d4118683" providerId="ADAL" clId="{AE7BCB0D-CAB0-4CB1-82D5-4EAD9B91E054}" dt="2026-05-05T10:36:28.820" v="185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ERDENEBULGAN Otgonbayar" userId="bec125cd-7ef1-4687-9ea2-2720d4118683" providerId="ADAL" clId="{AE7BCB0D-CAB0-4CB1-82D5-4EAD9B91E054}" dt="2026-05-05T10:36:28.820" v="185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ERDENEBULGAN Otgonbayar" userId="bec125cd-7ef1-4687-9ea2-2720d4118683" providerId="ADAL" clId="{AE7BCB0D-CAB0-4CB1-82D5-4EAD9B91E054}" dt="2026-05-05T10:36:41.773" v="211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ERDENEBULGAN Otgonbayar" userId="bec125cd-7ef1-4687-9ea2-2720d4118683" providerId="ADAL" clId="{AE7BCB0D-CAB0-4CB1-82D5-4EAD9B91E054}" dt="2026-05-05T10:36:28.820" v="185" actId="47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ERDENEBULGAN Otgonbayar" userId="bec125cd-7ef1-4687-9ea2-2720d4118683" providerId="ADAL" clId="{AE7BCB0D-CAB0-4CB1-82D5-4EAD9B91E054}" dt="2026-05-05T10:36:28.820" v="185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ERDENEBULGAN Otgonbayar" userId="bec125cd-7ef1-4687-9ea2-2720d4118683" providerId="ADAL" clId="{AE7BCB0D-CAB0-4CB1-82D5-4EAD9B91E054}" dt="2026-05-05T10:36:43.934" v="212" actId="478"/>
          <ac:spMkLst>
            <pc:docMk/>
            <pc:sldMk cId="0" sldId="265"/>
            <ac:spMk id="17" creationId="{00000000-0000-0000-0000-000000000000}"/>
          </ac:spMkLst>
        </pc:spChg>
        <pc:spChg chg="add del">
          <ac:chgData name="ERDENEBULGAN Otgonbayar" userId="bec125cd-7ef1-4687-9ea2-2720d4118683" providerId="ADAL" clId="{AE7BCB0D-CAB0-4CB1-82D5-4EAD9B91E054}" dt="2026-05-05T10:35:19.792" v="174" actId="22"/>
          <ac:spMkLst>
            <pc:docMk/>
            <pc:sldMk cId="0" sldId="265"/>
            <ac:spMk id="19" creationId="{43D675C9-C98F-8E39-C150-783ED46FE314}"/>
          </ac:spMkLst>
        </pc:spChg>
        <pc:spChg chg="add mod">
          <ac:chgData name="ERDENEBULGAN Otgonbayar" userId="bec125cd-7ef1-4687-9ea2-2720d4118683" providerId="ADAL" clId="{AE7BCB0D-CAB0-4CB1-82D5-4EAD9B91E054}" dt="2026-05-05T10:44:55.966" v="767" actId="20577"/>
          <ac:spMkLst>
            <pc:docMk/>
            <pc:sldMk cId="0" sldId="265"/>
            <ac:spMk id="20" creationId="{4DA6B469-F1DB-0D3F-27BB-021897D549A0}"/>
          </ac:spMkLst>
        </pc:spChg>
      </pc:sldChg>
      <pc:sldChg chg="modSp mod">
        <pc:chgData name="ERDENEBULGAN Otgonbayar" userId="bec125cd-7ef1-4687-9ea2-2720d4118683" providerId="ADAL" clId="{AE7BCB0D-CAB0-4CB1-82D5-4EAD9B91E054}" dt="2026-05-05T10:59:45.759" v="1721" actId="2711"/>
        <pc:sldMkLst>
          <pc:docMk/>
          <pc:sldMk cId="0" sldId="266"/>
        </pc:sldMkLst>
        <pc:spChg chg="mod">
          <ac:chgData name="ERDENEBULGAN Otgonbayar" userId="bec125cd-7ef1-4687-9ea2-2720d4118683" providerId="ADAL" clId="{AE7BCB0D-CAB0-4CB1-82D5-4EAD9B91E054}" dt="2026-05-05T10:59:45.759" v="1721" actId="2711"/>
          <ac:spMkLst>
            <pc:docMk/>
            <pc:sldMk cId="0" sldId="266"/>
            <ac:spMk id="3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5T10:51:30.849" v="1100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5T10:54:06.572" v="1345" actId="20577"/>
          <ac:spMkLst>
            <pc:docMk/>
            <pc:sldMk cId="0" sldId="266"/>
            <ac:spMk id="5" creationId="{00000000-0000-0000-0000-000000000000}"/>
          </ac:spMkLst>
        </pc:spChg>
      </pc:sldChg>
      <pc:sldChg chg="modSp mod">
        <pc:chgData name="ERDENEBULGAN Otgonbayar" userId="bec125cd-7ef1-4687-9ea2-2720d4118683" providerId="ADAL" clId="{AE7BCB0D-CAB0-4CB1-82D5-4EAD9B91E054}" dt="2026-05-06T03:55:17.381" v="11464" actId="1076"/>
        <pc:sldMkLst>
          <pc:docMk/>
          <pc:sldMk cId="0" sldId="267"/>
        </pc:sldMkLst>
        <pc:spChg chg="mod">
          <ac:chgData name="ERDENEBULGAN Otgonbayar" userId="bec125cd-7ef1-4687-9ea2-2720d4118683" providerId="ADAL" clId="{AE7BCB0D-CAB0-4CB1-82D5-4EAD9B91E054}" dt="2026-05-06T03:55:17.381" v="11464" actId="1076"/>
          <ac:spMkLst>
            <pc:docMk/>
            <pc:sldMk cId="0" sldId="267"/>
            <ac:spMk id="3" creationId="{00000000-0000-0000-0000-000000000000}"/>
          </ac:spMkLst>
        </pc:spChg>
        <pc:picChg chg="mod">
          <ac:chgData name="ERDENEBULGAN Otgonbayar" userId="bec125cd-7ef1-4687-9ea2-2720d4118683" providerId="ADAL" clId="{AE7BCB0D-CAB0-4CB1-82D5-4EAD9B91E054}" dt="2026-05-06T03:55:00.793" v="11462" actId="1076"/>
          <ac:picMkLst>
            <pc:docMk/>
            <pc:sldMk cId="0" sldId="267"/>
            <ac:picMk id="7" creationId="{C8187376-9C45-E5B3-8BDF-3EA618B08FA3}"/>
          </ac:picMkLst>
        </pc:picChg>
        <pc:picChg chg="mod">
          <ac:chgData name="ERDENEBULGAN Otgonbayar" userId="bec125cd-7ef1-4687-9ea2-2720d4118683" providerId="ADAL" clId="{AE7BCB0D-CAB0-4CB1-82D5-4EAD9B91E054}" dt="2026-05-06T03:55:03.977" v="11463" actId="1076"/>
          <ac:picMkLst>
            <pc:docMk/>
            <pc:sldMk cId="0" sldId="267"/>
            <ac:picMk id="9" creationId="{02699DC3-AB18-FEFD-B7DF-6A81E2DBA287}"/>
          </ac:picMkLst>
        </pc:picChg>
      </pc:sldChg>
      <pc:sldChg chg="modSp mod">
        <pc:chgData name="ERDENEBULGAN Otgonbayar" userId="bec125cd-7ef1-4687-9ea2-2720d4118683" providerId="ADAL" clId="{AE7BCB0D-CAB0-4CB1-82D5-4EAD9B91E054}" dt="2026-05-06T03:58:25.953" v="11495" actId="20577"/>
        <pc:sldMkLst>
          <pc:docMk/>
          <pc:sldMk cId="0" sldId="268"/>
        </pc:sldMkLst>
        <pc:spChg chg="mod">
          <ac:chgData name="ERDENEBULGAN Otgonbayar" userId="bec125cd-7ef1-4687-9ea2-2720d4118683" providerId="ADAL" clId="{AE7BCB0D-CAB0-4CB1-82D5-4EAD9B91E054}" dt="2026-05-06T03:57:11.326" v="11467" actId="2711"/>
          <ac:spMkLst>
            <pc:docMk/>
            <pc:sldMk cId="0" sldId="268"/>
            <ac:spMk id="3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6T03:58:25.953" v="11495" actId="20577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ERDENEBULGAN Otgonbayar" userId="bec125cd-7ef1-4687-9ea2-2720d4118683" providerId="ADAL" clId="{AE7BCB0D-CAB0-4CB1-82D5-4EAD9B91E054}" dt="2026-05-06T04:02:11.148" v="11518" actId="1076"/>
        <pc:sldMkLst>
          <pc:docMk/>
          <pc:sldMk cId="0" sldId="269"/>
        </pc:sldMkLst>
        <pc:spChg chg="mod">
          <ac:chgData name="ERDENEBULGAN Otgonbayar" userId="bec125cd-7ef1-4687-9ea2-2720d4118683" providerId="ADAL" clId="{AE7BCB0D-CAB0-4CB1-82D5-4EAD9B91E054}" dt="2026-05-06T04:02:11.148" v="11518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6T04:01:50.784" v="11516" actId="2711"/>
          <ac:spMkLst>
            <pc:docMk/>
            <pc:sldMk cId="0" sldId="269"/>
            <ac:spMk id="4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6T04:01:41.208" v="11515" actId="2711"/>
          <ac:spMkLst>
            <pc:docMk/>
            <pc:sldMk cId="0" sldId="269"/>
            <ac:spMk id="5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6T04:01:29.231" v="11514" actId="2711"/>
          <ac:spMkLst>
            <pc:docMk/>
            <pc:sldMk cId="0" sldId="269"/>
            <ac:spMk id="6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6T04:00:56.350" v="11497" actId="2711"/>
          <ac:spMkLst>
            <pc:docMk/>
            <pc:sldMk cId="0" sldId="269"/>
            <ac:spMk id="9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6T04:00:44.412" v="11496" actId="2711"/>
          <ac:spMkLst>
            <pc:docMk/>
            <pc:sldMk cId="0" sldId="269"/>
            <ac:spMk id="10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6T04:01:04.252" v="11513" actId="20577"/>
          <ac:spMkLst>
            <pc:docMk/>
            <pc:sldMk cId="0" sldId="269"/>
            <ac:spMk id="11" creationId="{00000000-0000-0000-0000-000000000000}"/>
          </ac:spMkLst>
        </pc:spChg>
      </pc:sldChg>
      <pc:sldChg chg="modSp">
        <pc:chgData name="ERDENEBULGAN Otgonbayar" userId="bec125cd-7ef1-4687-9ea2-2720d4118683" providerId="ADAL" clId="{AE7BCB0D-CAB0-4CB1-82D5-4EAD9B91E054}" dt="2026-05-06T04:03:35.841" v="11519"/>
        <pc:sldMkLst>
          <pc:docMk/>
          <pc:sldMk cId="0" sldId="270"/>
        </pc:sldMkLst>
        <pc:spChg chg="mod">
          <ac:chgData name="ERDENEBULGAN Otgonbayar" userId="bec125cd-7ef1-4687-9ea2-2720d4118683" providerId="ADAL" clId="{AE7BCB0D-CAB0-4CB1-82D5-4EAD9B91E054}" dt="2026-05-06T04:03:35.841" v="11519"/>
          <ac:spMkLst>
            <pc:docMk/>
            <pc:sldMk cId="0" sldId="270"/>
            <ac:spMk id="6" creationId="{A89D5284-1B7A-1401-A395-99BCE1732882}"/>
          </ac:spMkLst>
        </pc:spChg>
      </pc:sldChg>
      <pc:sldChg chg="modSp">
        <pc:chgData name="ERDENEBULGAN Otgonbayar" userId="bec125cd-7ef1-4687-9ea2-2720d4118683" providerId="ADAL" clId="{AE7BCB0D-CAB0-4CB1-82D5-4EAD9B91E054}" dt="2026-05-06T04:04:22.740" v="11520"/>
        <pc:sldMkLst>
          <pc:docMk/>
          <pc:sldMk cId="3750760569" sldId="271"/>
        </pc:sldMkLst>
        <pc:spChg chg="mod">
          <ac:chgData name="ERDENEBULGAN Otgonbayar" userId="bec125cd-7ef1-4687-9ea2-2720d4118683" providerId="ADAL" clId="{AE7BCB0D-CAB0-4CB1-82D5-4EAD9B91E054}" dt="2026-05-06T04:04:22.740" v="11520"/>
          <ac:spMkLst>
            <pc:docMk/>
            <pc:sldMk cId="3750760569" sldId="271"/>
            <ac:spMk id="6" creationId="{4788531C-E668-A510-5CB1-8C4E5D949DAA}"/>
          </ac:spMkLst>
        </pc:spChg>
      </pc:sldChg>
      <pc:sldChg chg="delSp modSp mod">
        <pc:chgData name="ERDENEBULGAN Otgonbayar" userId="bec125cd-7ef1-4687-9ea2-2720d4118683" providerId="ADAL" clId="{AE7BCB0D-CAB0-4CB1-82D5-4EAD9B91E054}" dt="2026-05-06T04:05:56.166" v="11529" actId="1076"/>
        <pc:sldMkLst>
          <pc:docMk/>
          <pc:sldMk cId="2793533452" sldId="272"/>
        </pc:sldMkLst>
        <pc:spChg chg="mod">
          <ac:chgData name="ERDENEBULGAN Otgonbayar" userId="bec125cd-7ef1-4687-9ea2-2720d4118683" providerId="ADAL" clId="{AE7BCB0D-CAB0-4CB1-82D5-4EAD9B91E054}" dt="2026-05-06T04:05:56.166" v="11529" actId="1076"/>
          <ac:spMkLst>
            <pc:docMk/>
            <pc:sldMk cId="2793533452" sldId="272"/>
            <ac:spMk id="8" creationId="{7C09332E-7B1D-0648-2318-05F0C4775EB7}"/>
          </ac:spMkLst>
        </pc:spChg>
        <pc:picChg chg="del">
          <ac:chgData name="ERDENEBULGAN Otgonbayar" userId="bec125cd-7ef1-4687-9ea2-2720d4118683" providerId="ADAL" clId="{AE7BCB0D-CAB0-4CB1-82D5-4EAD9B91E054}" dt="2026-05-06T04:05:53.142" v="11528" actId="478"/>
          <ac:picMkLst>
            <pc:docMk/>
            <pc:sldMk cId="2793533452" sldId="272"/>
            <ac:picMk id="10" creationId="{BFF5A2A8-4406-1557-6ED0-8189094B0883}"/>
          </ac:picMkLst>
        </pc:picChg>
      </pc:sldChg>
      <pc:sldChg chg="addSp delSp modSp mod">
        <pc:chgData name="ERDENEBULGAN Otgonbayar" userId="bec125cd-7ef1-4687-9ea2-2720d4118683" providerId="ADAL" clId="{AE7BCB0D-CAB0-4CB1-82D5-4EAD9B91E054}" dt="2026-05-06T04:07:49.451" v="11547" actId="22"/>
        <pc:sldMkLst>
          <pc:docMk/>
          <pc:sldMk cId="2602335621" sldId="273"/>
        </pc:sldMkLst>
        <pc:spChg chg="mod">
          <ac:chgData name="ERDENEBULGAN Otgonbayar" userId="bec125cd-7ef1-4687-9ea2-2720d4118683" providerId="ADAL" clId="{AE7BCB0D-CAB0-4CB1-82D5-4EAD9B91E054}" dt="2026-05-06T04:06:43.412" v="11538" actId="1076"/>
          <ac:spMkLst>
            <pc:docMk/>
            <pc:sldMk cId="2602335621" sldId="273"/>
            <ac:spMk id="3" creationId="{CFF0B799-DDF5-0FF7-9D04-F362C3FFCA18}"/>
          </ac:spMkLst>
        </pc:spChg>
        <pc:spChg chg="add del">
          <ac:chgData name="ERDENEBULGAN Otgonbayar" userId="bec125cd-7ef1-4687-9ea2-2720d4118683" providerId="ADAL" clId="{AE7BCB0D-CAB0-4CB1-82D5-4EAD9B91E054}" dt="2026-05-06T04:07:43.458" v="11545" actId="22"/>
          <ac:spMkLst>
            <pc:docMk/>
            <pc:sldMk cId="2602335621" sldId="273"/>
            <ac:spMk id="6" creationId="{F8F9500C-EE76-24F7-D399-54118FDFD1AE}"/>
          </ac:spMkLst>
        </pc:spChg>
        <pc:spChg chg="mod">
          <ac:chgData name="ERDENEBULGAN Otgonbayar" userId="bec125cd-7ef1-4687-9ea2-2720d4118683" providerId="ADAL" clId="{AE7BCB0D-CAB0-4CB1-82D5-4EAD9B91E054}" dt="2026-05-06T04:06:47.352" v="11539" actId="1076"/>
          <ac:spMkLst>
            <pc:docMk/>
            <pc:sldMk cId="2602335621" sldId="273"/>
            <ac:spMk id="8" creationId="{F021534A-BE59-A473-11B5-F00BBF0DABA8}"/>
          </ac:spMkLst>
        </pc:spChg>
        <pc:spChg chg="add del">
          <ac:chgData name="ERDENEBULGAN Otgonbayar" userId="bec125cd-7ef1-4687-9ea2-2720d4118683" providerId="ADAL" clId="{AE7BCB0D-CAB0-4CB1-82D5-4EAD9B91E054}" dt="2026-05-06T04:07:49.451" v="11547" actId="22"/>
          <ac:spMkLst>
            <pc:docMk/>
            <pc:sldMk cId="2602335621" sldId="273"/>
            <ac:spMk id="9" creationId="{7ED24F60-E85F-82D6-BC49-F8C59ABC48B9}"/>
          </ac:spMkLst>
        </pc:spChg>
        <pc:spChg chg="del mod">
          <ac:chgData name="ERDENEBULGAN Otgonbayar" userId="bec125cd-7ef1-4687-9ea2-2720d4118683" providerId="ADAL" clId="{AE7BCB0D-CAB0-4CB1-82D5-4EAD9B91E054}" dt="2026-05-06T04:06:36.531" v="11537"/>
          <ac:spMkLst>
            <pc:docMk/>
            <pc:sldMk cId="2602335621" sldId="273"/>
            <ac:spMk id="10" creationId="{03C53B74-490C-AD5F-C017-6D69DE0CED95}"/>
          </ac:spMkLst>
        </pc:spChg>
      </pc:sldChg>
      <pc:sldChg chg="delSp modSp mod">
        <pc:chgData name="ERDENEBULGAN Otgonbayar" userId="bec125cd-7ef1-4687-9ea2-2720d4118683" providerId="ADAL" clId="{AE7BCB0D-CAB0-4CB1-82D5-4EAD9B91E054}" dt="2026-05-06T04:08:57.294" v="11553" actId="1076"/>
        <pc:sldMkLst>
          <pc:docMk/>
          <pc:sldMk cId="232195656" sldId="274"/>
        </pc:sldMkLst>
        <pc:spChg chg="mod">
          <ac:chgData name="ERDENEBULGAN Otgonbayar" userId="bec125cd-7ef1-4687-9ea2-2720d4118683" providerId="ADAL" clId="{AE7BCB0D-CAB0-4CB1-82D5-4EAD9B91E054}" dt="2026-05-06T04:08:53.403" v="11552" actId="1076"/>
          <ac:spMkLst>
            <pc:docMk/>
            <pc:sldMk cId="232195656" sldId="274"/>
            <ac:spMk id="3" creationId="{10635019-39F7-B6F1-BB5B-DC658DF7CCB7}"/>
          </ac:spMkLst>
        </pc:spChg>
        <pc:spChg chg="mod">
          <ac:chgData name="ERDENEBULGAN Otgonbayar" userId="bec125cd-7ef1-4687-9ea2-2720d4118683" providerId="ADAL" clId="{AE7BCB0D-CAB0-4CB1-82D5-4EAD9B91E054}" dt="2026-05-06T04:08:57.294" v="11553" actId="1076"/>
          <ac:spMkLst>
            <pc:docMk/>
            <pc:sldMk cId="232195656" sldId="274"/>
            <ac:spMk id="8" creationId="{B50D4F9D-69C9-4251-430E-05BF6203FE7E}"/>
          </ac:spMkLst>
        </pc:spChg>
        <pc:spChg chg="del mod">
          <ac:chgData name="ERDENEBULGAN Otgonbayar" userId="bec125cd-7ef1-4687-9ea2-2720d4118683" providerId="ADAL" clId="{AE7BCB0D-CAB0-4CB1-82D5-4EAD9B91E054}" dt="2026-05-06T04:07:04.397" v="11543"/>
          <ac:spMkLst>
            <pc:docMk/>
            <pc:sldMk cId="232195656" sldId="274"/>
            <ac:spMk id="10" creationId="{57524DB9-2605-87AF-7DA5-3A60B87B3A34}"/>
          </ac:spMkLst>
        </pc:spChg>
      </pc:sldChg>
      <pc:sldChg chg="modSp mod ord">
        <pc:chgData name="ERDENEBULGAN Otgonbayar" userId="bec125cd-7ef1-4687-9ea2-2720d4118683" providerId="ADAL" clId="{AE7BCB0D-CAB0-4CB1-82D5-4EAD9B91E054}" dt="2026-05-06T04:05:13.725" v="11526" actId="1076"/>
        <pc:sldMkLst>
          <pc:docMk/>
          <pc:sldMk cId="1478456520" sldId="275"/>
        </pc:sldMkLst>
        <pc:spChg chg="mod">
          <ac:chgData name="ERDENEBULGAN Otgonbayar" userId="bec125cd-7ef1-4687-9ea2-2720d4118683" providerId="ADAL" clId="{AE7BCB0D-CAB0-4CB1-82D5-4EAD9B91E054}" dt="2026-05-06T04:05:13.725" v="11526" actId="1076"/>
          <ac:spMkLst>
            <pc:docMk/>
            <pc:sldMk cId="1478456520" sldId="275"/>
            <ac:spMk id="6" creationId="{E34F16CD-13E4-EB1F-AD00-3244F73B2189}"/>
          </ac:spMkLst>
        </pc:spChg>
      </pc:sldChg>
      <pc:sldChg chg="delSp modSp mod">
        <pc:chgData name="ERDENEBULGAN Otgonbayar" userId="bec125cd-7ef1-4687-9ea2-2720d4118683" providerId="ADAL" clId="{AE7BCB0D-CAB0-4CB1-82D5-4EAD9B91E054}" dt="2026-05-06T04:10:43.928" v="11566" actId="255"/>
        <pc:sldMkLst>
          <pc:docMk/>
          <pc:sldMk cId="2736813755" sldId="276"/>
        </pc:sldMkLst>
        <pc:spChg chg="mod">
          <ac:chgData name="ERDENEBULGAN Otgonbayar" userId="bec125cd-7ef1-4687-9ea2-2720d4118683" providerId="ADAL" clId="{AE7BCB0D-CAB0-4CB1-82D5-4EAD9B91E054}" dt="2026-05-06T04:10:43.928" v="11566" actId="255"/>
          <ac:spMkLst>
            <pc:docMk/>
            <pc:sldMk cId="2736813755" sldId="276"/>
            <ac:spMk id="8" creationId="{47AF8369-2A34-AAE0-D142-AE9A5DAD10D8}"/>
          </ac:spMkLst>
        </pc:spChg>
        <pc:spChg chg="del mod">
          <ac:chgData name="ERDENEBULGAN Otgonbayar" userId="bec125cd-7ef1-4687-9ea2-2720d4118683" providerId="ADAL" clId="{AE7BCB0D-CAB0-4CB1-82D5-4EAD9B91E054}" dt="2026-05-06T04:10:37.200" v="11565"/>
          <ac:spMkLst>
            <pc:docMk/>
            <pc:sldMk cId="2736813755" sldId="276"/>
            <ac:spMk id="10" creationId="{91443831-C4B7-0AB6-7AD1-E9C8051FF4AD}"/>
          </ac:spMkLst>
        </pc:spChg>
      </pc:sldChg>
      <pc:sldChg chg="modSp">
        <pc:chgData name="ERDENEBULGAN Otgonbayar" userId="bec125cd-7ef1-4687-9ea2-2720d4118683" providerId="ADAL" clId="{AE7BCB0D-CAB0-4CB1-82D5-4EAD9B91E054}" dt="2026-05-06T04:11:03.723" v="11567"/>
        <pc:sldMkLst>
          <pc:docMk/>
          <pc:sldMk cId="192498033" sldId="277"/>
        </pc:sldMkLst>
        <pc:spChg chg="mod">
          <ac:chgData name="ERDENEBULGAN Otgonbayar" userId="bec125cd-7ef1-4687-9ea2-2720d4118683" providerId="ADAL" clId="{AE7BCB0D-CAB0-4CB1-82D5-4EAD9B91E054}" dt="2026-05-06T04:11:03.723" v="11567"/>
          <ac:spMkLst>
            <pc:docMk/>
            <pc:sldMk cId="192498033" sldId="277"/>
            <ac:spMk id="6" creationId="{B229405C-FF67-A0E2-1D3C-D490E27FE3C5}"/>
          </ac:spMkLst>
        </pc:spChg>
      </pc:sldChg>
      <pc:sldChg chg="modSp mod">
        <pc:chgData name="ERDENEBULGAN Otgonbayar" userId="bec125cd-7ef1-4687-9ea2-2720d4118683" providerId="ADAL" clId="{AE7BCB0D-CAB0-4CB1-82D5-4EAD9B91E054}" dt="2026-05-06T04:12:27.941" v="11573" actId="1076"/>
        <pc:sldMkLst>
          <pc:docMk/>
          <pc:sldMk cId="686090226" sldId="278"/>
        </pc:sldMkLst>
        <pc:spChg chg="mod">
          <ac:chgData name="ERDENEBULGAN Otgonbayar" userId="bec125cd-7ef1-4687-9ea2-2720d4118683" providerId="ADAL" clId="{AE7BCB0D-CAB0-4CB1-82D5-4EAD9B91E054}" dt="2026-05-06T04:11:50.929" v="11569" actId="255"/>
          <ac:spMkLst>
            <pc:docMk/>
            <pc:sldMk cId="686090226" sldId="278"/>
            <ac:spMk id="6" creationId="{CF653D81-A4C8-C8CD-B3EC-788490A12220}"/>
          </ac:spMkLst>
        </pc:spChg>
        <pc:spChg chg="mod">
          <ac:chgData name="ERDENEBULGAN Otgonbayar" userId="bec125cd-7ef1-4687-9ea2-2720d4118683" providerId="ADAL" clId="{AE7BCB0D-CAB0-4CB1-82D5-4EAD9B91E054}" dt="2026-05-06T04:12:27.941" v="11573" actId="1076"/>
          <ac:spMkLst>
            <pc:docMk/>
            <pc:sldMk cId="686090226" sldId="278"/>
            <ac:spMk id="8" creationId="{449B77F6-9800-E25E-C494-EF18EFC75B38}"/>
          </ac:spMkLst>
        </pc:spChg>
      </pc:sldChg>
      <pc:sldChg chg="modSp mod">
        <pc:chgData name="ERDENEBULGAN Otgonbayar" userId="bec125cd-7ef1-4687-9ea2-2720d4118683" providerId="ADAL" clId="{AE7BCB0D-CAB0-4CB1-82D5-4EAD9B91E054}" dt="2026-05-06T04:12:57.073" v="11577" actId="1076"/>
        <pc:sldMkLst>
          <pc:docMk/>
          <pc:sldMk cId="1718175946" sldId="279"/>
        </pc:sldMkLst>
        <pc:spChg chg="mod">
          <ac:chgData name="ERDENEBULGAN Otgonbayar" userId="bec125cd-7ef1-4687-9ea2-2720d4118683" providerId="ADAL" clId="{AE7BCB0D-CAB0-4CB1-82D5-4EAD9B91E054}" dt="2026-05-06T04:12:57.073" v="11577" actId="1076"/>
          <ac:spMkLst>
            <pc:docMk/>
            <pc:sldMk cId="1718175946" sldId="279"/>
            <ac:spMk id="7" creationId="{11E66351-FA50-687E-10E8-44064A43775F}"/>
          </ac:spMkLst>
        </pc:spChg>
      </pc:sldChg>
      <pc:sldChg chg="new del">
        <pc:chgData name="ERDENEBULGAN Otgonbayar" userId="bec125cd-7ef1-4687-9ea2-2720d4118683" providerId="ADAL" clId="{AE7BCB0D-CAB0-4CB1-82D5-4EAD9B91E054}" dt="2026-05-05T10:54:30.065" v="1348" actId="2696"/>
        <pc:sldMkLst>
          <pc:docMk/>
          <pc:sldMk cId="824885403" sldId="280"/>
        </pc:sldMkLst>
      </pc:sldChg>
      <pc:sldChg chg="modSp add mod">
        <pc:chgData name="ERDENEBULGAN Otgonbayar" userId="bec125cd-7ef1-4687-9ea2-2720d4118683" providerId="ADAL" clId="{AE7BCB0D-CAB0-4CB1-82D5-4EAD9B91E054}" dt="2026-05-05T10:59:39.178" v="1720" actId="2711"/>
        <pc:sldMkLst>
          <pc:docMk/>
          <pc:sldMk cId="442675673" sldId="281"/>
        </pc:sldMkLst>
        <pc:spChg chg="mod">
          <ac:chgData name="ERDENEBULGAN Otgonbayar" userId="bec125cd-7ef1-4687-9ea2-2720d4118683" providerId="ADAL" clId="{AE7BCB0D-CAB0-4CB1-82D5-4EAD9B91E054}" dt="2026-05-05T10:59:39.178" v="1720" actId="2711"/>
          <ac:spMkLst>
            <pc:docMk/>
            <pc:sldMk cId="442675673" sldId="281"/>
            <ac:spMk id="3" creationId="{DA03AAB0-42ED-291F-A888-13C77A27CC12}"/>
          </ac:spMkLst>
        </pc:spChg>
        <pc:spChg chg="mod">
          <ac:chgData name="ERDENEBULGAN Otgonbayar" userId="bec125cd-7ef1-4687-9ea2-2720d4118683" providerId="ADAL" clId="{AE7BCB0D-CAB0-4CB1-82D5-4EAD9B91E054}" dt="2026-05-05T10:56:56.990" v="1633" actId="20577"/>
          <ac:spMkLst>
            <pc:docMk/>
            <pc:sldMk cId="442675673" sldId="281"/>
            <ac:spMk id="4" creationId="{15A565A8-C179-7976-74CF-3D2E5A9C2BF3}"/>
          </ac:spMkLst>
        </pc:spChg>
        <pc:spChg chg="mod">
          <ac:chgData name="ERDENEBULGAN Otgonbayar" userId="bec125cd-7ef1-4687-9ea2-2720d4118683" providerId="ADAL" clId="{AE7BCB0D-CAB0-4CB1-82D5-4EAD9B91E054}" dt="2026-05-05T10:58:45.363" v="1712" actId="20577"/>
          <ac:spMkLst>
            <pc:docMk/>
            <pc:sldMk cId="442675673" sldId="281"/>
            <ac:spMk id="5" creationId="{3383BD28-AF7F-58B2-AC1C-A37528D24DF7}"/>
          </ac:spMkLst>
        </pc:spChg>
      </pc:sldChg>
      <pc:sldChg chg="modSp add mod ord">
        <pc:chgData name="ERDENEBULGAN Otgonbayar" userId="bec125cd-7ef1-4687-9ea2-2720d4118683" providerId="ADAL" clId="{AE7BCB0D-CAB0-4CB1-82D5-4EAD9B91E054}" dt="2026-05-06T04:04:56.607" v="11524" actId="20577"/>
        <pc:sldMkLst>
          <pc:docMk/>
          <pc:sldMk cId="2229661956" sldId="282"/>
        </pc:sldMkLst>
        <pc:spChg chg="mod">
          <ac:chgData name="ERDENEBULGAN Otgonbayar" userId="bec125cd-7ef1-4687-9ea2-2720d4118683" providerId="ADAL" clId="{AE7BCB0D-CAB0-4CB1-82D5-4EAD9B91E054}" dt="2026-05-05T11:00:09.687" v="1745" actId="20577"/>
          <ac:spMkLst>
            <pc:docMk/>
            <pc:sldMk cId="2229661956" sldId="282"/>
            <ac:spMk id="3" creationId="{0AA8C266-438D-9D18-7CCE-B5215660D6E1}"/>
          </ac:spMkLst>
        </pc:spChg>
        <pc:spChg chg="mod">
          <ac:chgData name="ERDENEBULGAN Otgonbayar" userId="bec125cd-7ef1-4687-9ea2-2720d4118683" providerId="ADAL" clId="{AE7BCB0D-CAB0-4CB1-82D5-4EAD9B91E054}" dt="2026-05-06T04:04:56.607" v="11524" actId="20577"/>
          <ac:spMkLst>
            <pc:docMk/>
            <pc:sldMk cId="2229661956" sldId="282"/>
            <ac:spMk id="4" creationId="{4FB84BB5-D5FB-F144-5575-E2AAA12FE15E}"/>
          </ac:spMkLst>
        </pc:spChg>
        <pc:spChg chg="mod">
          <ac:chgData name="ERDENEBULGAN Otgonbayar" userId="bec125cd-7ef1-4687-9ea2-2720d4118683" providerId="ADAL" clId="{AE7BCB0D-CAB0-4CB1-82D5-4EAD9B91E054}" dt="2026-05-05T11:02:58.890" v="2104" actId="20577"/>
          <ac:spMkLst>
            <pc:docMk/>
            <pc:sldMk cId="2229661956" sldId="282"/>
            <ac:spMk id="5" creationId="{52CB0E84-C8EF-CFD8-939E-D54B6904235E}"/>
          </ac:spMkLst>
        </pc:spChg>
      </pc:sldChg>
      <pc:sldChg chg="modSp add mod">
        <pc:chgData name="ERDENEBULGAN Otgonbayar" userId="bec125cd-7ef1-4687-9ea2-2720d4118683" providerId="ADAL" clId="{AE7BCB0D-CAB0-4CB1-82D5-4EAD9B91E054}" dt="2026-05-05T11:16:28.464" v="3328" actId="20577"/>
        <pc:sldMkLst>
          <pc:docMk/>
          <pc:sldMk cId="3494654548" sldId="283"/>
        </pc:sldMkLst>
        <pc:spChg chg="mod">
          <ac:chgData name="ERDENEBULGAN Otgonbayar" userId="bec125cd-7ef1-4687-9ea2-2720d4118683" providerId="ADAL" clId="{AE7BCB0D-CAB0-4CB1-82D5-4EAD9B91E054}" dt="2026-05-05T11:09:21.682" v="2678" actId="20577"/>
          <ac:spMkLst>
            <pc:docMk/>
            <pc:sldMk cId="3494654548" sldId="283"/>
            <ac:spMk id="3" creationId="{1DEA0C7C-07C3-7ED7-3B5B-4BBB1D7314E5}"/>
          </ac:spMkLst>
        </pc:spChg>
        <pc:spChg chg="mod">
          <ac:chgData name="ERDENEBULGAN Otgonbayar" userId="bec125cd-7ef1-4687-9ea2-2720d4118683" providerId="ADAL" clId="{AE7BCB0D-CAB0-4CB1-82D5-4EAD9B91E054}" dt="2026-05-05T11:11:25.052" v="2951" actId="1076"/>
          <ac:spMkLst>
            <pc:docMk/>
            <pc:sldMk cId="3494654548" sldId="283"/>
            <ac:spMk id="4" creationId="{5526DF60-5BD8-0FDC-38BC-EFD3B948E17C}"/>
          </ac:spMkLst>
        </pc:spChg>
        <pc:spChg chg="mod">
          <ac:chgData name="ERDENEBULGAN Otgonbayar" userId="bec125cd-7ef1-4687-9ea2-2720d4118683" providerId="ADAL" clId="{AE7BCB0D-CAB0-4CB1-82D5-4EAD9B91E054}" dt="2026-05-05T11:16:28.464" v="3328" actId="20577"/>
          <ac:spMkLst>
            <pc:docMk/>
            <pc:sldMk cId="3494654548" sldId="283"/>
            <ac:spMk id="5" creationId="{D54B11B4-C5BC-183D-5A6E-2ABB7D9368AE}"/>
          </ac:spMkLst>
        </pc:spChg>
      </pc:sldChg>
      <pc:sldChg chg="modSp add mod">
        <pc:chgData name="ERDENEBULGAN Otgonbayar" userId="bec125cd-7ef1-4687-9ea2-2720d4118683" providerId="ADAL" clId="{AE7BCB0D-CAB0-4CB1-82D5-4EAD9B91E054}" dt="2026-05-05T11:55:39.228" v="7017" actId="20577"/>
        <pc:sldMkLst>
          <pc:docMk/>
          <pc:sldMk cId="231427056" sldId="284"/>
        </pc:sldMkLst>
        <pc:spChg chg="mod">
          <ac:chgData name="ERDENEBULGAN Otgonbayar" userId="bec125cd-7ef1-4687-9ea2-2720d4118683" providerId="ADAL" clId="{AE7BCB0D-CAB0-4CB1-82D5-4EAD9B91E054}" dt="2026-05-05T11:24:46.389" v="4297" actId="1076"/>
          <ac:spMkLst>
            <pc:docMk/>
            <pc:sldMk cId="231427056" sldId="284"/>
            <ac:spMk id="3" creationId="{4E456B2B-A3DF-E87A-95ED-278BC35E42CF}"/>
          </ac:spMkLst>
        </pc:spChg>
        <pc:spChg chg="mod">
          <ac:chgData name="ERDENEBULGAN Otgonbayar" userId="bec125cd-7ef1-4687-9ea2-2720d4118683" providerId="ADAL" clId="{AE7BCB0D-CAB0-4CB1-82D5-4EAD9B91E054}" dt="2026-05-05T11:55:39.228" v="7017" actId="20577"/>
          <ac:spMkLst>
            <pc:docMk/>
            <pc:sldMk cId="231427056" sldId="284"/>
            <ac:spMk id="4" creationId="{D17003E0-41F7-C685-7B68-AD424AE601F4}"/>
          </ac:spMkLst>
        </pc:spChg>
        <pc:spChg chg="mod">
          <ac:chgData name="ERDENEBULGAN Otgonbayar" userId="bec125cd-7ef1-4687-9ea2-2720d4118683" providerId="ADAL" clId="{AE7BCB0D-CAB0-4CB1-82D5-4EAD9B91E054}" dt="2026-05-05T11:28:48.660" v="4577" actId="20577"/>
          <ac:spMkLst>
            <pc:docMk/>
            <pc:sldMk cId="231427056" sldId="284"/>
            <ac:spMk id="5" creationId="{5574A488-E51E-3A6C-3B3B-8BA64A3CCF71}"/>
          </ac:spMkLst>
        </pc:spChg>
      </pc:sldChg>
      <pc:sldChg chg="modSp add mod">
        <pc:chgData name="ERDENEBULGAN Otgonbayar" userId="bec125cd-7ef1-4687-9ea2-2720d4118683" providerId="ADAL" clId="{AE7BCB0D-CAB0-4CB1-82D5-4EAD9B91E054}" dt="2026-05-05T11:57:25.222" v="7169" actId="20577"/>
        <pc:sldMkLst>
          <pc:docMk/>
          <pc:sldMk cId="1335483416" sldId="285"/>
        </pc:sldMkLst>
        <pc:spChg chg="mod">
          <ac:chgData name="ERDENEBULGAN Otgonbayar" userId="bec125cd-7ef1-4687-9ea2-2720d4118683" providerId="ADAL" clId="{AE7BCB0D-CAB0-4CB1-82D5-4EAD9B91E054}" dt="2026-05-05T11:33:10.277" v="4599" actId="20577"/>
          <ac:spMkLst>
            <pc:docMk/>
            <pc:sldMk cId="1335483416" sldId="285"/>
            <ac:spMk id="3" creationId="{1F2E9E36-9F5C-78A8-39A6-BCC10087F530}"/>
          </ac:spMkLst>
        </pc:spChg>
        <pc:spChg chg="mod">
          <ac:chgData name="ERDENEBULGAN Otgonbayar" userId="bec125cd-7ef1-4687-9ea2-2720d4118683" providerId="ADAL" clId="{AE7BCB0D-CAB0-4CB1-82D5-4EAD9B91E054}" dt="2026-05-05T11:41:57.576" v="5449" actId="20577"/>
          <ac:spMkLst>
            <pc:docMk/>
            <pc:sldMk cId="1335483416" sldId="285"/>
            <ac:spMk id="4" creationId="{F2136CA5-E097-55B7-4CFC-7890F7D9FA92}"/>
          </ac:spMkLst>
        </pc:spChg>
        <pc:spChg chg="mod">
          <ac:chgData name="ERDENEBULGAN Otgonbayar" userId="bec125cd-7ef1-4687-9ea2-2720d4118683" providerId="ADAL" clId="{AE7BCB0D-CAB0-4CB1-82D5-4EAD9B91E054}" dt="2026-05-05T11:57:25.222" v="7169" actId="20577"/>
          <ac:spMkLst>
            <pc:docMk/>
            <pc:sldMk cId="1335483416" sldId="285"/>
            <ac:spMk id="5" creationId="{5041C5F5-21ED-F45F-7F0C-0048C2918BB4}"/>
          </ac:spMkLst>
        </pc:spChg>
      </pc:sldChg>
      <pc:sldChg chg="modSp add mod">
        <pc:chgData name="ERDENEBULGAN Otgonbayar" userId="bec125cd-7ef1-4687-9ea2-2720d4118683" providerId="ADAL" clId="{AE7BCB0D-CAB0-4CB1-82D5-4EAD9B91E054}" dt="2026-05-05T11:54:56.009" v="7009" actId="20577"/>
        <pc:sldMkLst>
          <pc:docMk/>
          <pc:sldMk cId="3481683684" sldId="286"/>
        </pc:sldMkLst>
        <pc:spChg chg="mod">
          <ac:chgData name="ERDENEBULGAN Otgonbayar" userId="bec125cd-7ef1-4687-9ea2-2720d4118683" providerId="ADAL" clId="{AE7BCB0D-CAB0-4CB1-82D5-4EAD9B91E054}" dt="2026-05-05T11:42:23.350" v="5452" actId="20577"/>
          <ac:spMkLst>
            <pc:docMk/>
            <pc:sldMk cId="3481683684" sldId="286"/>
            <ac:spMk id="3" creationId="{7A3D8847-28AB-0D2C-C8B3-46973D43D238}"/>
          </ac:spMkLst>
        </pc:spChg>
        <pc:spChg chg="mod">
          <ac:chgData name="ERDENEBULGAN Otgonbayar" userId="bec125cd-7ef1-4687-9ea2-2720d4118683" providerId="ADAL" clId="{AE7BCB0D-CAB0-4CB1-82D5-4EAD9B91E054}" dt="2026-05-05T11:52:49.116" v="6735" actId="20577"/>
          <ac:spMkLst>
            <pc:docMk/>
            <pc:sldMk cId="3481683684" sldId="286"/>
            <ac:spMk id="4" creationId="{97E693D3-75B3-4703-6C7C-C22EB3ECFBFF}"/>
          </ac:spMkLst>
        </pc:spChg>
        <pc:spChg chg="mod">
          <ac:chgData name="ERDENEBULGAN Otgonbayar" userId="bec125cd-7ef1-4687-9ea2-2720d4118683" providerId="ADAL" clId="{AE7BCB0D-CAB0-4CB1-82D5-4EAD9B91E054}" dt="2026-05-05T11:54:56.009" v="7009" actId="20577"/>
          <ac:spMkLst>
            <pc:docMk/>
            <pc:sldMk cId="3481683684" sldId="286"/>
            <ac:spMk id="5" creationId="{997BE6B3-5F91-2A9E-69AE-033BBDCDC6FE}"/>
          </ac:spMkLst>
        </pc:spChg>
      </pc:sldChg>
      <pc:sldChg chg="addSp delSp modSp add mod">
        <pc:chgData name="ERDENEBULGAN Otgonbayar" userId="bec125cd-7ef1-4687-9ea2-2720d4118683" providerId="ADAL" clId="{AE7BCB0D-CAB0-4CB1-82D5-4EAD9B91E054}" dt="2026-05-05T12:06:16.487" v="7992" actId="20577"/>
        <pc:sldMkLst>
          <pc:docMk/>
          <pc:sldMk cId="82704700" sldId="287"/>
        </pc:sldMkLst>
        <pc:spChg chg="mod">
          <ac:chgData name="ERDENEBULGAN Otgonbayar" userId="bec125cd-7ef1-4687-9ea2-2720d4118683" providerId="ADAL" clId="{AE7BCB0D-CAB0-4CB1-82D5-4EAD9B91E054}" dt="2026-05-05T11:57:55.812" v="7172" actId="20577"/>
          <ac:spMkLst>
            <pc:docMk/>
            <pc:sldMk cId="82704700" sldId="287"/>
            <ac:spMk id="3" creationId="{9EFFAA90-32AF-E806-A951-B1840B4044D0}"/>
          </ac:spMkLst>
        </pc:spChg>
        <pc:spChg chg="mod">
          <ac:chgData name="ERDENEBULGAN Otgonbayar" userId="bec125cd-7ef1-4687-9ea2-2720d4118683" providerId="ADAL" clId="{AE7BCB0D-CAB0-4CB1-82D5-4EAD9B91E054}" dt="2026-05-05T12:05:47.666" v="7935" actId="1076"/>
          <ac:spMkLst>
            <pc:docMk/>
            <pc:sldMk cId="82704700" sldId="287"/>
            <ac:spMk id="4" creationId="{DE321273-F465-BDD0-CBB9-08AD074E6D49}"/>
          </ac:spMkLst>
        </pc:spChg>
        <pc:spChg chg="mod">
          <ac:chgData name="ERDENEBULGAN Otgonbayar" userId="bec125cd-7ef1-4687-9ea2-2720d4118683" providerId="ADAL" clId="{AE7BCB0D-CAB0-4CB1-82D5-4EAD9B91E054}" dt="2026-05-05T12:06:16.487" v="7992" actId="20577"/>
          <ac:spMkLst>
            <pc:docMk/>
            <pc:sldMk cId="82704700" sldId="287"/>
            <ac:spMk id="5" creationId="{E58C1DA3-6C8F-48EB-2D67-4B764C636FCE}"/>
          </ac:spMkLst>
        </pc:spChg>
        <pc:spChg chg="add del mod">
          <ac:chgData name="ERDENEBULGAN Otgonbayar" userId="bec125cd-7ef1-4687-9ea2-2720d4118683" providerId="ADAL" clId="{AE7BCB0D-CAB0-4CB1-82D5-4EAD9B91E054}" dt="2026-05-05T11:58:34.991" v="7181" actId="22"/>
          <ac:spMkLst>
            <pc:docMk/>
            <pc:sldMk cId="82704700" sldId="287"/>
            <ac:spMk id="7" creationId="{F0722093-BC4D-747B-2FD6-9FBF64483813}"/>
          </ac:spMkLst>
        </pc:spChg>
      </pc:sldChg>
      <pc:sldChg chg="addSp delSp modSp add mod">
        <pc:chgData name="ERDENEBULGAN Otgonbayar" userId="bec125cd-7ef1-4687-9ea2-2720d4118683" providerId="ADAL" clId="{AE7BCB0D-CAB0-4CB1-82D5-4EAD9B91E054}" dt="2026-05-06T03:54:16.412" v="11458" actId="1076"/>
        <pc:sldMkLst>
          <pc:docMk/>
          <pc:sldMk cId="1925210503" sldId="288"/>
        </pc:sldMkLst>
        <pc:spChg chg="mod">
          <ac:chgData name="ERDENEBULGAN Otgonbayar" userId="bec125cd-7ef1-4687-9ea2-2720d4118683" providerId="ADAL" clId="{AE7BCB0D-CAB0-4CB1-82D5-4EAD9B91E054}" dt="2026-05-06T02:49:33.131" v="9420" actId="20577"/>
          <ac:spMkLst>
            <pc:docMk/>
            <pc:sldMk cId="1925210503" sldId="288"/>
            <ac:spMk id="3" creationId="{DD7236AE-5A44-CDE3-2AE1-8C589173DC22}"/>
          </ac:spMkLst>
        </pc:spChg>
        <pc:spChg chg="mod">
          <ac:chgData name="ERDENEBULGAN Otgonbayar" userId="bec125cd-7ef1-4687-9ea2-2720d4118683" providerId="ADAL" clId="{AE7BCB0D-CAB0-4CB1-82D5-4EAD9B91E054}" dt="2026-05-06T03:54:16.412" v="11458" actId="1076"/>
          <ac:spMkLst>
            <pc:docMk/>
            <pc:sldMk cId="1925210503" sldId="288"/>
            <ac:spMk id="4" creationId="{DBE90531-50EB-6CB6-1AC0-5112588C7A61}"/>
          </ac:spMkLst>
        </pc:spChg>
        <pc:spChg chg="mod">
          <ac:chgData name="ERDENEBULGAN Otgonbayar" userId="bec125cd-7ef1-4687-9ea2-2720d4118683" providerId="ADAL" clId="{AE7BCB0D-CAB0-4CB1-82D5-4EAD9B91E054}" dt="2026-05-06T02:56:14.397" v="9784" actId="20577"/>
          <ac:spMkLst>
            <pc:docMk/>
            <pc:sldMk cId="1925210503" sldId="288"/>
            <ac:spMk id="5" creationId="{CF24BB39-30DF-399B-C6A4-073AEF15F7E2}"/>
          </ac:spMkLst>
        </pc:spChg>
        <pc:spChg chg="add del mod">
          <ac:chgData name="ERDENEBULGAN Otgonbayar" userId="bec125cd-7ef1-4687-9ea2-2720d4118683" providerId="ADAL" clId="{AE7BCB0D-CAB0-4CB1-82D5-4EAD9B91E054}" dt="2026-05-06T02:12:04.671" v="8021" actId="22"/>
          <ac:spMkLst>
            <pc:docMk/>
            <pc:sldMk cId="1925210503" sldId="288"/>
            <ac:spMk id="7" creationId="{BAC1ADDB-555E-0973-2F3F-94238D6FF624}"/>
          </ac:spMkLst>
        </pc:spChg>
      </pc:sldChg>
      <pc:sldChg chg="modSp add mod">
        <pc:chgData name="ERDENEBULGAN Otgonbayar" userId="bec125cd-7ef1-4687-9ea2-2720d4118683" providerId="ADAL" clId="{AE7BCB0D-CAB0-4CB1-82D5-4EAD9B91E054}" dt="2026-05-06T03:54:23.817" v="11459" actId="1076"/>
        <pc:sldMkLst>
          <pc:docMk/>
          <pc:sldMk cId="846507254" sldId="289"/>
        </pc:sldMkLst>
        <pc:spChg chg="mod">
          <ac:chgData name="ERDENEBULGAN Otgonbayar" userId="bec125cd-7ef1-4687-9ea2-2720d4118683" providerId="ADAL" clId="{AE7BCB0D-CAB0-4CB1-82D5-4EAD9B91E054}" dt="2026-05-06T03:44:48.944" v="10798" actId="20577"/>
          <ac:spMkLst>
            <pc:docMk/>
            <pc:sldMk cId="846507254" sldId="289"/>
            <ac:spMk id="3" creationId="{0703F1F0-1B3B-A2F5-4922-DC70ED390359}"/>
          </ac:spMkLst>
        </pc:spChg>
        <pc:spChg chg="mod">
          <ac:chgData name="ERDENEBULGAN Otgonbayar" userId="bec125cd-7ef1-4687-9ea2-2720d4118683" providerId="ADAL" clId="{AE7BCB0D-CAB0-4CB1-82D5-4EAD9B91E054}" dt="2026-05-06T03:54:23.817" v="11459" actId="1076"/>
          <ac:spMkLst>
            <pc:docMk/>
            <pc:sldMk cId="846507254" sldId="289"/>
            <ac:spMk id="4" creationId="{5DDA1C17-EF8C-4E4A-DF9C-BA10ACB9CB8B}"/>
          </ac:spMkLst>
        </pc:spChg>
        <pc:spChg chg="mod">
          <ac:chgData name="ERDENEBULGAN Otgonbayar" userId="bec125cd-7ef1-4687-9ea2-2720d4118683" providerId="ADAL" clId="{AE7BCB0D-CAB0-4CB1-82D5-4EAD9B91E054}" dt="2026-05-06T03:44:35.901" v="10795" actId="20577"/>
          <ac:spMkLst>
            <pc:docMk/>
            <pc:sldMk cId="846507254" sldId="289"/>
            <ac:spMk id="5" creationId="{E6B1E071-36D0-1379-E866-F2A84BA28A99}"/>
          </ac:spMkLst>
        </pc:spChg>
      </pc:sldChg>
      <pc:sldChg chg="modSp add mod">
        <pc:chgData name="ERDENEBULGAN Otgonbayar" userId="bec125cd-7ef1-4687-9ea2-2720d4118683" providerId="ADAL" clId="{AE7BCB0D-CAB0-4CB1-82D5-4EAD9B91E054}" dt="2026-05-06T03:54:33.887" v="11460" actId="1076"/>
        <pc:sldMkLst>
          <pc:docMk/>
          <pc:sldMk cId="3471347422" sldId="290"/>
        </pc:sldMkLst>
        <pc:spChg chg="mod">
          <ac:chgData name="ERDENEBULGAN Otgonbayar" userId="bec125cd-7ef1-4687-9ea2-2720d4118683" providerId="ADAL" clId="{AE7BCB0D-CAB0-4CB1-82D5-4EAD9B91E054}" dt="2026-05-06T03:44:52.947" v="10800" actId="20577"/>
          <ac:spMkLst>
            <pc:docMk/>
            <pc:sldMk cId="3471347422" sldId="290"/>
            <ac:spMk id="3" creationId="{BA3D23E4-BDB4-776E-5AD9-1BF7F2E20D59}"/>
          </ac:spMkLst>
        </pc:spChg>
        <pc:spChg chg="mod">
          <ac:chgData name="ERDENEBULGAN Otgonbayar" userId="bec125cd-7ef1-4687-9ea2-2720d4118683" providerId="ADAL" clId="{AE7BCB0D-CAB0-4CB1-82D5-4EAD9B91E054}" dt="2026-05-06T03:54:33.887" v="11460" actId="1076"/>
          <ac:spMkLst>
            <pc:docMk/>
            <pc:sldMk cId="3471347422" sldId="290"/>
            <ac:spMk id="4" creationId="{4894A87A-503E-1C41-CFB6-E027F2B8E611}"/>
          </ac:spMkLst>
        </pc:spChg>
        <pc:spChg chg="mod">
          <ac:chgData name="ERDENEBULGAN Otgonbayar" userId="bec125cd-7ef1-4687-9ea2-2720d4118683" providerId="ADAL" clId="{AE7BCB0D-CAB0-4CB1-82D5-4EAD9B91E054}" dt="2026-05-06T03:53:47.455" v="11455" actId="20577"/>
          <ac:spMkLst>
            <pc:docMk/>
            <pc:sldMk cId="3471347422" sldId="290"/>
            <ac:spMk id="5" creationId="{31982A51-8147-25EA-58B6-FD671C08376C}"/>
          </ac:spMkLst>
        </pc:spChg>
      </pc:sldChg>
      <pc:sldChg chg="modSp add mod">
        <pc:chgData name="ERDENEBULGAN Otgonbayar" userId="bec125cd-7ef1-4687-9ea2-2720d4118683" providerId="ADAL" clId="{AE7BCB0D-CAB0-4CB1-82D5-4EAD9B91E054}" dt="2026-05-06T04:09:33.625" v="11556" actId="1076"/>
        <pc:sldMkLst>
          <pc:docMk/>
          <pc:sldMk cId="3491277215" sldId="291"/>
        </pc:sldMkLst>
        <pc:spChg chg="mod">
          <ac:chgData name="ERDENEBULGAN Otgonbayar" userId="bec125cd-7ef1-4687-9ea2-2720d4118683" providerId="ADAL" clId="{AE7BCB0D-CAB0-4CB1-82D5-4EAD9B91E054}" dt="2026-05-06T04:09:33.625" v="11556" actId="1076"/>
          <ac:spMkLst>
            <pc:docMk/>
            <pc:sldMk cId="3491277215" sldId="291"/>
            <ac:spMk id="8" creationId="{1D7A7FAF-6BC4-B470-9276-CB3D252FCAF5}"/>
          </ac:spMkLst>
        </pc:spChg>
      </pc:sldChg>
      <pc:sldChg chg="modSp add mod">
        <pc:chgData name="ERDENEBULGAN Otgonbayar" userId="bec125cd-7ef1-4687-9ea2-2720d4118683" providerId="ADAL" clId="{AE7BCB0D-CAB0-4CB1-82D5-4EAD9B91E054}" dt="2026-05-06T04:10:01.760" v="11559" actId="1076"/>
        <pc:sldMkLst>
          <pc:docMk/>
          <pc:sldMk cId="1765590564" sldId="292"/>
        </pc:sldMkLst>
        <pc:spChg chg="mod">
          <ac:chgData name="ERDENEBULGAN Otgonbayar" userId="bec125cd-7ef1-4687-9ea2-2720d4118683" providerId="ADAL" clId="{AE7BCB0D-CAB0-4CB1-82D5-4EAD9B91E054}" dt="2026-05-06T04:10:01.760" v="11559" actId="1076"/>
          <ac:spMkLst>
            <pc:docMk/>
            <pc:sldMk cId="1765590564" sldId="292"/>
            <ac:spMk id="8" creationId="{7C92D24D-B869-4B0A-B058-0D364843E00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964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4020E-CB92-A22F-A47A-E1432AC5F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3977D-B5A7-2027-931E-8E0409ADB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40BFD-DB25-83C8-F6DD-806B21A08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624F0-673E-2B07-7FE9-F6DD6C723A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23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282E1-8817-7B6D-91EE-F2E422C20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34A86-8B33-3CDA-A5FD-2C7513DA1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A490D-84B3-9E87-C9E2-3B7CC18C5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90291-F3CE-DDB1-B432-252A91CCF8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921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CB915-61C0-D932-D437-756EBB104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68072-CE74-4158-E71B-AC07163F0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E7FA4-80BB-1A06-FC1C-BC9DA029E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1ADC0-BBEF-CD02-528C-11093894F0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313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C1849-3C15-351D-0F36-3C6BAC62F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2E450-2762-2035-5396-0B4D0A806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94937-18C9-1BC5-FB3D-8206C303F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8E9A5-40A1-F309-532A-A0C87AF9AD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45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B616F-80F1-E8A4-4A4F-25C9C319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07270-199B-CFA7-B18D-837ADA1A4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88422-EFAB-E440-7572-372D506E3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4DE69-E410-9BD5-8394-888A3BF5F4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077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C2A6D-BD94-47C2-B373-496AB95BD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844D1-E1DD-4331-A94A-CC44BD51E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7D206-088E-21CF-11C6-49345CEB8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DF658-C286-545E-8129-E0278B61A7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72742-4410-76DC-F918-0B3D4394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B735F-D03B-74A4-EC1C-2520BF714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347EA-D513-A44A-BFB4-C10BDF812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1E8D8-FC23-0F3E-09EC-B14D28E9D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98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63CE7-EAE8-9205-8B9F-2A49F2936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83921-F73E-BCE4-E1BF-B9D5304ED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14E62-9831-697A-D23F-B8BCB8151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78294-9D28-A3AE-C0BA-54857FDB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645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213EB-5620-FA2F-E64A-889132C73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12D6C-BA28-51B0-3144-D48992D1B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73C27-C50C-0F08-50A6-AE9D5C007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A71CD-377C-2CD5-D0FD-5DF70EC0EC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283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F1E6D-7AA4-DC26-3B34-E82F9F42B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356A8-D065-015B-89AD-4BF79A181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DAD31-FAF3-A094-E2ED-AB0853526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B71AE-E41E-E14E-975B-64E397190F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053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C5C9-653F-0E55-7624-258146CD9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9E0F6-2387-BD05-9E16-211345804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8A9D68-D98C-0955-8865-4B77B9AC5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C3230-81B6-EA77-A9AC-E1639789C6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329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AA72-0D98-E898-9756-337304637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C7C998-6F0F-1D46-D51B-30CEF2525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308A7-A20A-A568-3EF5-8CF7AB8E7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247F2-2983-772C-FAF7-40A2E5DA2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538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B83DA-79AA-F7EA-9939-756930AF0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25812-5FE9-AFBF-1BF6-9D0F1A91E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0AD6A2-0116-FEE3-20F2-B472CA389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1F0C1-A166-22FB-AA6F-9B21384BA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267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F2FB7-84A8-3E59-8869-3D4054E17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223FC-A63C-56F6-CF3D-2E6C963AF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73DE7A-B541-4F62-FF23-261A2E657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41B0F-CA2F-330B-969E-9F8788B441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9036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6A740-D8C1-5FCE-38C6-E43A6F26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CB632-FC6C-85D0-B15E-BE35607EF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C8CCE-42DB-7103-F600-C86CEE520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FE890-F17E-826E-D389-5B76F33323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190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52332-971C-8241-9457-FD8B8AF43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FD5F4-B070-5164-BB7A-04947E855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EB783-032A-33F3-87EB-0A0EF77EF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4D7D3-923F-B916-3AB1-32218B6F6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3596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C0130-44AE-C4AD-67C2-A9023EBDC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AA61D1-6AA1-5A11-5D29-7CBA9E1CF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1F23D-486C-6ED1-666F-4552F8352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7F787-00B9-3C02-C47D-302218020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724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B52E2-D10C-EE23-BF6F-C363969C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8B7D8-71FA-1783-8A73-D22FAC937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C3ABD-F138-DC81-0FA0-7BB5C48E1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F9143-67F3-4AD8-15F5-50C266B8C4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980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AE414-D448-7CED-283D-FDE5F6FFD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D10EC-5A3D-B95A-FC3D-DE693A6EA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105EC-2126-3776-02CE-EA1EB5985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0F1EC-98E2-62ED-8FF0-F420768ED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441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C8517-5048-4CF5-4264-2BBD03576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49CC1-8C61-D3E9-2309-AE242FB9D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C3191-97FF-84E4-869A-E583C505E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A4F14-95F6-0EE7-8489-46BCD5BD2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28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52042-6189-6A3B-38C2-3BEAF7997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F1741-CEB1-31E9-481A-93E794B41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4CDA6-A89E-E013-3511-E38400773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55948-6B34-6AC2-B0E2-EEDFD828BB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593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Лабораторийн ажил №9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 </a:t>
            </a:r>
            <a:r>
              <a:rPr lang="en-US" sz="32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хоорондын</a:t>
            </a: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харилцаа</a:t>
            </a: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32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ба томоохон программыг загварчлах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542032"/>
            <a:ext cx="411480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670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Баг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: IRIS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99923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МУИС • МТЭС • МКУТ • 2026</a:t>
            </a:r>
            <a:endParaRPr lang="en-US" sz="11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2E2DA7E-4E26-585E-690B-E6F82A49DA9E}"/>
              </a:ext>
            </a:extLst>
          </p:cNvPr>
          <p:cNvSpPr/>
          <p:nvPr/>
        </p:nvSpPr>
        <p:spPr>
          <a:xfrm>
            <a:off x="457200" y="3200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• </a:t>
            </a:r>
            <a:r>
              <a:rPr lang="en-US" sz="14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О.Эрдэнэбулган</a:t>
            </a:r>
            <a:r>
              <a:rPr lang="en-US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(</a:t>
            </a:r>
            <a:r>
              <a:rPr lang="en-US" sz="14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Багийн</a:t>
            </a:r>
            <a:r>
              <a:rPr lang="en-US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ахлагч</a:t>
            </a:r>
            <a:r>
              <a:rPr lang="en-US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• </a:t>
            </a:r>
            <a:r>
              <a:rPr lang="mn-MN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С.Энхболд</a:t>
            </a:r>
            <a:endParaRPr lang="en-US" sz="1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• </a:t>
            </a:r>
            <a:r>
              <a:rPr lang="mn-MN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</a:t>
            </a:r>
            <a:r>
              <a:rPr lang="en-US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  <a:r>
              <a:rPr lang="mn-MN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Энхтүвшин</a:t>
            </a:r>
            <a:endParaRPr lang="en-US" sz="1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02336" y="-839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АГУУЛГА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02336" y="768096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02336" y="768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8136" y="786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Удиртгал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88136" y="10424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Багийн мэдээлэл, зорилго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02336" y="1335024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2336" y="1481328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88136" y="1499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Онолын судалгаа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88136" y="175564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Удамшил, Бүрдэл харьцаа, Aggregation, Хориглолт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02336" y="2048256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2336" y="219456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88136" y="22128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Хэрэгжүүлэлт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88136" y="246888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Кодын тайлбар, гаралт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02336" y="276148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2336" y="290779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88136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Дүгнэлт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02336" y="3474720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2336" y="3621024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2336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88136" y="3639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Ашигласан материал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02336" y="4187952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02336" y="4334256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02336" y="4334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88136" y="43525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Хавсралт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02336" y="4901184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02336" y="-11962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УДИРТГАЛ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29768" y="429768"/>
            <a:ext cx="8238744" cy="1380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521208"/>
            <a:ext cx="74980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Энэхүү тайлан нь C++ програмчлалд класс хоорондын харилцаа буюу удамшил, бүрдэл, aggregation харьцааг судалж Employee Management системийг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хэрэгжүүлсэн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тайлан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9768" y="1883664"/>
            <a:ext cx="4087368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Багийн зорилго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26771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Удамшил, бүрдэл, aggregation судлах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UML диаграмаас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кодонд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хөрвүүлэх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Cardinality зөв хэрэгжүүлэх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Employee систем байгуулах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36008" y="1874520"/>
            <a:ext cx="402336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73168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Багийн гишүүд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56048" y="2378677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О.Эрдэнэбулган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24B1NUM1234 (Ахлагч)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56048" y="2689573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П.Энхтүвшин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24B1NUM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1434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56048" y="30065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С.Энхболд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24B1NUM0659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9768" y="3703320"/>
            <a:ext cx="8238744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1500" y="3749040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Даалгавар : 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Employee Management UML диаграмын дагуу класс байгуул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Division, JobDescription, Spouse, Child объектуудыг үүсгэж Employee тус бүрт тохируулж өг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0..1, 0..n, 1, 1..n харьцаануудыг зөв програмчил — бүх мэдээллийг хэвлэ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1" y="-785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ОНОЛ  —  Удамшил харьцаа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9224" y="84222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Удамшил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30936" y="1136179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Удамшил нь IS-A (төрлийн) харьцаа үүсгэдэг.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Жишээ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: Dog IS-A Animal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Объект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хандлаг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програм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члалд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 Derived : public Base { } 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Хэрхэн хэрэгжүүлдэг вэ?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58368" y="3189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Үр дүнд класс эх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классын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өгөгдөл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функцуудыг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өвлөдөг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private гишүүдэд шууд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хандаж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болохгүй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, getter/setter ашиглана.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09160" y="4663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class </a:t>
            </a:r>
            <a:r>
              <a:rPr lang="en-US" sz="1300" dirty="0">
                <a:solidFill>
                  <a:srgbClr val="06B6D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Animal 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{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02352" y="73339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private 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83717" y="967559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string name;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97105" y="1252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public 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83717" y="1481347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BBC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void </a:t>
            </a:r>
            <a:r>
              <a:rPr lang="en-US" sz="1300" dirty="0">
                <a:solidFill>
                  <a:srgbClr val="00B0F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setName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(string n) { name=n; }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83717" y="174832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BBC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string </a:t>
            </a:r>
            <a:r>
              <a:rPr lang="en-US" sz="1300" dirty="0">
                <a:solidFill>
                  <a:srgbClr val="00B0F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getName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() { return name; }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83717" y="19856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BBC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void </a:t>
            </a:r>
            <a:r>
              <a:rPr lang="en-US" sz="1300" dirty="0">
                <a:solidFill>
                  <a:srgbClr val="00B0F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eat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() { cout &lt;&lt; </a:t>
            </a:r>
            <a:r>
              <a:rPr lang="en-US" sz="1300" dirty="0" err="1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getName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()</a:t>
            </a:r>
            <a:r>
              <a:rPr lang="mn-MN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&lt;&lt; “eating” ; }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09160" y="2211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};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9160" y="257175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// Удамшсан класс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09160" y="2760045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class </a:t>
            </a:r>
            <a:r>
              <a:rPr lang="en-US" sz="1300" dirty="0">
                <a:solidFill>
                  <a:srgbClr val="06B6D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Dog 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: public </a:t>
            </a:r>
            <a:r>
              <a:rPr lang="en-US" sz="1300" dirty="0">
                <a:solidFill>
                  <a:srgbClr val="06B6D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Animal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{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02352" y="30128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public 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83717" y="324621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BBC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void </a:t>
            </a:r>
            <a:r>
              <a:rPr lang="en-US" sz="1300" dirty="0">
                <a:solidFill>
                  <a:srgbClr val="00B0F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bark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() {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5082" y="34627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cout &lt;&lt; </a:t>
            </a:r>
            <a:r>
              <a:rPr lang="en-US" sz="1300" dirty="0">
                <a:solidFill>
                  <a:srgbClr val="00B0F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getName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() &lt;&lt; " Woof!";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91661" y="3673099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}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09160" y="3934955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};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09160" y="45491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Dog нь Animal-аас eat() </a:t>
            </a:r>
            <a:r>
              <a:rPr lang="en-US" sz="1100" dirty="0" err="1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функцийг</a:t>
            </a: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удамш</a:t>
            </a:r>
            <a:r>
              <a:rPr lang="mn-MN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уулж авна.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1" y="-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ОНОЛ  —  Бүрдэл харьцаа (Composition)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9224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Бүрдэл харьцаа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9224" y="126873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Нэг класс нөгөөгийнхөө бүрдэл хэсэг болох ХҮЧТЭЙ холбоо юм. Эзэн объект устахад бүрдэл объект дагаж устана.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9224" y="26723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Гол </a:t>
            </a:r>
            <a:r>
              <a:rPr lang="en-US" sz="16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шинжүүд</a:t>
            </a: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2903221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Бүрдэл хэсэг дангаараа оршихгүй
• Эзэн объект бүрдэл хэсгээ бүрэн удирдана
• Амьдралын мөчлөг ижилхэн байна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09160" y="4663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class </a:t>
            </a:r>
            <a:r>
              <a:rPr lang="en-US" sz="1300" dirty="0">
                <a:solidFill>
                  <a:srgbClr val="06B6D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Room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{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13895" y="7086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private 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06203" y="97155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string name ;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13895" y="1234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public 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06203" y="1490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</a:t>
            </a:r>
            <a:r>
              <a:rPr lang="en-US" sz="1300" dirty="0">
                <a:solidFill>
                  <a:srgbClr val="00B0F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Room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(string n){ name=n ; }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06203" y="17693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BBC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void </a:t>
            </a:r>
            <a:r>
              <a:rPr lang="en-US" sz="1300" dirty="0">
                <a:solidFill>
                  <a:srgbClr val="00B0F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show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(){ cout &lt;&lt; name ; }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09160" y="2002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};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09160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class </a:t>
            </a:r>
            <a:r>
              <a:rPr lang="en-US" sz="1300" dirty="0">
                <a:solidFill>
                  <a:srgbClr val="06B6D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House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{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12080" y="2587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private 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06203" y="2843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</a:t>
            </a:r>
            <a:r>
              <a:rPr lang="en-US" sz="1300" dirty="0">
                <a:solidFill>
                  <a:srgbClr val="06B6D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Room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* room[2];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12080" y="31135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public 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06203" y="33695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</a:t>
            </a:r>
            <a:r>
              <a:rPr lang="en-US" sz="1300" dirty="0">
                <a:solidFill>
                  <a:srgbClr val="00B0F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House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(){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00326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room[0] = new </a:t>
            </a:r>
            <a:r>
              <a:rPr lang="en-US" sz="1300" dirty="0">
                <a:solidFill>
                  <a:srgbClr val="06B6D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Room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("Living");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06203" y="387477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}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06203" y="4123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~</a:t>
            </a:r>
            <a:r>
              <a:rPr lang="en-US" sz="1300" dirty="0">
                <a:solidFill>
                  <a:srgbClr val="00B0F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House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(){ delete room[0]; }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09160" y="43799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};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09160" y="47777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Эзэн устахад Room-ууд дагаж устана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1" y="-548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ОНОЛ  —  Aggregation харьцаа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9224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Aggregation (Сул холбоо)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9224" y="1371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Классууд нэг нь нөгөөгөө ашигладаг ч захирдаггүй холбоо юм. Тэдгээр классууд биеэ даасан тусдаа орших боломжтой.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9224" y="2843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Бүрдлээс</a:t>
            </a: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ялгаа</a:t>
            </a:r>
            <a:r>
              <a:rPr lang="mn-MN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 нь </a:t>
            </a: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3099816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Объект гаднаас дамжуулагдана (pointer)
• Нэг устсан ч нөгөө амьд үлдэнэ
• ~School() нь Student устгадаггүй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09160" y="4663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class </a:t>
            </a:r>
            <a:r>
              <a:rPr lang="en-US" sz="1300" dirty="0">
                <a:solidFill>
                  <a:srgbClr val="06B6D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Student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{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12080" y="722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public</a:t>
            </a:r>
            <a:r>
              <a:rPr lang="mn-MN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31055" y="978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string name;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98904" y="1243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</a:t>
            </a:r>
            <a:r>
              <a:rPr lang="en-US" sz="1300" dirty="0">
                <a:solidFill>
                  <a:srgbClr val="00B0F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Student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(string n){ name=n ; }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98904" y="1490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BBC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void </a:t>
            </a:r>
            <a:r>
              <a:rPr lang="en-US" sz="1300" dirty="0">
                <a:solidFill>
                  <a:srgbClr val="00B0F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show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(){ cout &lt;&lt; name ; }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09160" y="17465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};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09160" y="2075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000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class </a:t>
            </a:r>
            <a:r>
              <a:rPr lang="en-US" sz="1300" dirty="0">
                <a:solidFill>
                  <a:srgbClr val="06B6D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School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{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12080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private: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31055" y="2596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</a:t>
            </a:r>
            <a:r>
              <a:rPr lang="en-US" sz="1300" dirty="0">
                <a:solidFill>
                  <a:srgbClr val="06B6D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Student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* student; </a:t>
            </a: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// Aggregation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12080" y="2862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public: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31055" y="31178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</a:t>
            </a:r>
            <a:r>
              <a:rPr lang="en-US" sz="1300" dirty="0">
                <a:solidFill>
                  <a:srgbClr val="00B0F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School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</a:t>
            </a:r>
            <a:r>
              <a:rPr lang="en-US" sz="1300" dirty="0">
                <a:solidFill>
                  <a:srgbClr val="06B6D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Student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* s){student=s;}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98904" y="340141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</a:t>
            </a: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// ~School() — Student устгадаггүй!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0916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};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09160" y="3941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int main() {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09160" y="4197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</a:t>
            </a:r>
            <a:r>
              <a:rPr lang="en-US" sz="1300" dirty="0">
                <a:solidFill>
                  <a:srgbClr val="06B6D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Student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s1("Bat"); </a:t>
            </a: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// гадна үүснэ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09160" y="4453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</a:t>
            </a:r>
            <a:r>
              <a:rPr lang="en-US" sz="1300" dirty="0">
                <a:solidFill>
                  <a:srgbClr val="06B6D4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School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sch(&amp;s1); </a:t>
            </a: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// ашиглана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09160" y="4709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}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7298" y="-26233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ОНОЛ  —  Бүрдэл харьцааны </a:t>
            </a:r>
            <a:r>
              <a:rPr lang="en-US" sz="22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хориглолт</a:t>
            </a:r>
            <a:r>
              <a:rPr lang="en-US" sz="22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(Constraint)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9224" y="1005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Бүрдэл объект дангаараа орших боломжгүй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9224" y="12984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Өрөө байшингүйгээр дангаар оршихгүй.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9224" y="16642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Эзэн объект бүрдэл хэсгээ бүрэн удирдана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9224" y="19568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Эзэн классаас бүрдэл объектыг шинээр үүсгэж, устгаж болно.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9224" y="23225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Амьдралын мөчлөг ижилхэн байна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9224" y="2615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Хэрвээ эзэн объект уствал бүрдэл объект дагаад устана.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9224" y="29809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Гаднаас хандаж болдоггүй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9224" y="32735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Нэг өрөөг өөр нэг байшин эзэмшихгүй.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9224" y="3703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// Constraint жишээ: ~House() дотор Room-уудыг устгана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224" y="39593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~</a:t>
            </a:r>
            <a:r>
              <a:rPr lang="en-US" sz="1300" dirty="0">
                <a:solidFill>
                  <a:srgbClr val="00B0F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House</a:t>
            </a:r>
            <a:r>
              <a:rPr lang="en-US" sz="1300" dirty="0">
                <a:solidFill>
                  <a:srgbClr val="0F172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() {  delete room1;  delete room2; }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9804" y="-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ХЭРЭГЖҮҮЛЭЛТ  —  Employee Management UML 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Диаграм</a:t>
            </a:r>
            <a:r>
              <a:rPr lang="mn-MN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mnt/user-data/uploads/Employee_management_UML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9768" y="685800"/>
            <a:ext cx="548640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Cardinality </a:t>
            </a:r>
            <a:r>
              <a:rPr lang="en-US" sz="14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тайлбар</a:t>
            </a:r>
            <a:r>
              <a:rPr lang="en-US" sz="1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126480" y="1097280"/>
            <a:ext cx="54864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26480" y="10972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0..1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766560" y="997595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Сонголттой нэг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Spouse — байж болно эсвэл байхгүй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26480" y="2103120"/>
            <a:ext cx="54864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26480" y="21031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0..n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766560" y="1996689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Сонголттой олон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Children — 0 эсвэл хэд ч байж болно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126480" y="3108960"/>
            <a:ext cx="54864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126480" y="31089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766560" y="293979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Заавал нэг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Division — яг нэг байх ёстой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126480" y="4114800"/>
            <a:ext cx="54864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126480" y="41148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1..n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766560" y="394563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</a:t>
            </a:r>
            <a:r>
              <a:rPr lang="en-US" sz="11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эг</a:t>
            </a:r>
            <a:r>
              <a:rPr lang="mn-MN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болон</a:t>
            </a: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дээш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JobDescription — дор хаяж нэг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-52091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ХЭРЭГЖҮҮЛЭЛТ  —  Үндсэн Кодын 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Тайлбар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1</a:t>
            </a:r>
            <a:r>
              <a:rPr lang="mn-MN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Person.h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80060"/>
            <a:ext cx="411480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#ifndef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PERSON_H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PERSON_H</a:t>
            </a:r>
          </a:p>
          <a:p>
            <a:pPr marL="0" indent="0">
              <a:buNone/>
            </a:pPr>
            <a:endParaRPr lang="en-US" sz="1100" dirty="0">
              <a:solidFill>
                <a:srgbClr val="77097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&lt;iostream&gt;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 ;</a:t>
            </a:r>
          </a:p>
          <a:p>
            <a:pPr marL="0" indent="0">
              <a:buNone/>
            </a:pPr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 {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: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name ; 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age ; 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: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 return name ; }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 return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}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getAge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 return age ; }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name){ this-&gt;name = name ; }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 this-&gt;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}</a:t>
            </a: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setAge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age){ this-&gt;age = age ; }</a:t>
            </a:r>
          </a:p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; </a:t>
            </a:r>
          </a:p>
          <a:p>
            <a:pPr marL="0" indent="0">
              <a:buNone/>
            </a:pPr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#endif  </a:t>
            </a:r>
          </a:p>
        </p:txBody>
      </p:sp>
      <p:sp>
        <p:nvSpPr>
          <p:cNvPr id="5" name="Text 3"/>
          <p:cNvSpPr/>
          <p:nvPr/>
        </p:nvSpPr>
        <p:spPr>
          <a:xfrm>
            <a:off x="4700016" y="129159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Person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эх классын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header file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Person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классаас хэд хэдэн класс удамшина.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84813" y="-9106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ХЭРЭГЖҮҮЛЭЛТ  —  Үндсэн Кодын 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Тайлбар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2 (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Spouse.h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5663" y="512101"/>
            <a:ext cx="3474720" cy="411929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#ifndef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SPOUSE_H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SPOUSE_H</a:t>
            </a:r>
          </a:p>
          <a:p>
            <a:endParaRPr lang="en-US" sz="1100" dirty="0">
              <a:solidFill>
                <a:srgbClr val="77097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 ;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Spouse : public Person 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; 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#endif  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4DA6B469-F1DB-0D3F-27BB-021897D549A0}"/>
              </a:ext>
            </a:extLst>
          </p:cNvPr>
          <p:cNvSpPr/>
          <p:nvPr/>
        </p:nvSpPr>
        <p:spPr>
          <a:xfrm>
            <a:off x="4700016" y="129159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Spouse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классаас удамшина.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Person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классаас удамших тул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“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Person.h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”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толгой       файлыг дуудаж ажиллуулна.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ХЭРЭГЖҮҮЛЭЛТ  —  Үндсэн Кодын 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Тайлбар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3 (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Child.h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02348"/>
            <a:ext cx="457200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#ifndef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CHILD_H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CHILD_H</a:t>
            </a:r>
          </a:p>
          <a:p>
            <a:endParaRPr lang="en-US" sz="1100" dirty="0">
              <a:solidFill>
                <a:srgbClr val="77097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 ;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Child : public Person 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getFavoriteToy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FavouriteToy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this-&gt;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FavouriteToy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FavouriteToy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; 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#endif  </a:t>
            </a:r>
          </a:p>
        </p:txBody>
      </p:sp>
      <p:sp>
        <p:nvSpPr>
          <p:cNvPr id="5" name="Text 3"/>
          <p:cNvSpPr/>
          <p:nvPr/>
        </p:nvSpPr>
        <p:spPr>
          <a:xfrm>
            <a:off x="5096021" y="363649"/>
            <a:ext cx="3749040" cy="419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Child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 нь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классаас удамшина.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классаас удамших тул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“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Person.h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”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толгой       файлыг дуудаж ажиллуулна.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A2D8F-FC1C-8DF3-EBED-91FE12616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06F329-56A8-E182-1E16-211862D7829F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03AAB0-42ED-291F-A888-13C77A27CC12}"/>
              </a:ext>
            </a:extLst>
          </p:cNvPr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ХЭРЭГЖҮҮЛЭЛТ  —  Үндсэн Кодын 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Тайлбар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4 (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Division.h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A565A8-C179-7976-74CF-3D2E5A9C2BF3}"/>
              </a:ext>
            </a:extLst>
          </p:cNvPr>
          <p:cNvSpPr/>
          <p:nvPr/>
        </p:nvSpPr>
        <p:spPr>
          <a:xfrm>
            <a:off x="457200" y="802348"/>
            <a:ext cx="457200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#ifndef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DIVISION_H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DIVISION_H</a:t>
            </a:r>
          </a:p>
          <a:p>
            <a:endParaRPr lang="en-US" sz="11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 ;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Division 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this-&gt;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; 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#endif  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83BD28-AF7F-58B2-AC1C-A37528D24DF7}"/>
              </a:ext>
            </a:extLst>
          </p:cNvPr>
          <p:cNvSpPr/>
          <p:nvPr/>
        </p:nvSpPr>
        <p:spPr>
          <a:xfrm>
            <a:off x="5096021" y="363649"/>
            <a:ext cx="3749040" cy="419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Division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 нь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классаас удамшихгүй.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Тусдаа оршиж холбогдоно.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675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75FDB-CA11-80F1-1307-FB0FEA20A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B23BBA-24FB-2425-8CB1-DE7EE3AFAC0E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A8C266-438D-9D18-7CCE-B5215660D6E1}"/>
              </a:ext>
            </a:extLst>
          </p:cNvPr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ХЭРЭГЖҮҮЛЭЛТ  —  Үндсэн Кодын 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Тайлбар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JobDescription.h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B84BB5-D5FB-F144-5575-E2AAA12FE15E}"/>
              </a:ext>
            </a:extLst>
          </p:cNvPr>
          <p:cNvSpPr/>
          <p:nvPr/>
        </p:nvSpPr>
        <p:spPr>
          <a:xfrm>
            <a:off x="457200" y="802348"/>
            <a:ext cx="457200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#ifndef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JOBDESCRIPTION_H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JOBDESCRIPTION_H</a:t>
            </a:r>
          </a:p>
          <a:p>
            <a:endParaRPr lang="en-US" sz="11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 ;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Child 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description ;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description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description){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this-&gt; description = description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; 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#endif  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2CB0E84-C8EF-CFD8-939E-D54B6904235E}"/>
              </a:ext>
            </a:extLst>
          </p:cNvPr>
          <p:cNvSpPr/>
          <p:nvPr/>
        </p:nvSpPr>
        <p:spPr>
          <a:xfrm>
            <a:off x="5096021" y="363649"/>
            <a:ext cx="3749040" cy="419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JobDescription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 нь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классаас удамшихгүй. Тусдаа бие дааж үүсэн холболт үүсгэж ажиллана.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661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0C66-96F1-9186-00AC-7A4B9BFB3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2FFFD8-15F4-CA4C-67BC-2A498BCC43C1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EA0C7C-07C3-7ED7-3B5B-4BBB1D7314E5}"/>
              </a:ext>
            </a:extLst>
          </p:cNvPr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ХЭРЭГЖҮҮЛЭЛТ  —  Үндсэн Кодын 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Тайлбар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.1 (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Employee.h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26DF60-5BD8-0FDC-38BC-EFD3B948E17C}"/>
              </a:ext>
            </a:extLst>
          </p:cNvPr>
          <p:cNvSpPr/>
          <p:nvPr/>
        </p:nvSpPr>
        <p:spPr>
          <a:xfrm>
            <a:off x="457200" y="502920"/>
            <a:ext cx="457200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#ifndef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EMPLOYEE_H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EMPLOYEE_H</a:t>
            </a:r>
          </a:p>
          <a:p>
            <a:endParaRPr lang="en-US" sz="11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&lt;iostream&gt;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&lt;vector&gt;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iomanip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JobDescription.h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Spouse.h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 ;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 : public Person 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Title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StartDate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Spouse *spouse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vector&lt;Child&gt; children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Division *division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vector&lt;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description ; 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4B11B4-C5BC-183D-5A6E-2ABB7D9368AE}"/>
              </a:ext>
            </a:extLst>
          </p:cNvPr>
          <p:cNvSpPr/>
          <p:nvPr/>
        </p:nvSpPr>
        <p:spPr>
          <a:xfrm>
            <a:off x="5096021" y="363649"/>
            <a:ext cx="3749040" cy="419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Employee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классаас удамшина. Гол класс тул олон төрлийн сан болон өмнө зарласан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header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файлуудыг дуудна.</a:t>
            </a:r>
          </a:p>
          <a:p>
            <a:pPr marL="0" indent="0">
              <a:buNone/>
            </a:pPr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Өмнө зарласан классуудаас холбоосын дагуу объектуудыг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cardinality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зааснаар байгуулна.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654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BE4F2-69F1-F3C8-F6E4-DFD30C514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5AF468-DB4E-5617-F155-8C4296AA5E7F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456B2B-A3DF-E87A-95ED-278BC35E42CF}"/>
              </a:ext>
            </a:extLst>
          </p:cNvPr>
          <p:cNvSpPr/>
          <p:nvPr/>
        </p:nvSpPr>
        <p:spPr>
          <a:xfrm>
            <a:off x="457200" y="-1160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ХЭРЭГЖҮҮЛЭЛТ  —  Үндсэн Кодын 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Тайлбар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.2 (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Employee.h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7003E0-41F7-C685-7B68-AD424AE601F4}"/>
              </a:ext>
            </a:extLst>
          </p:cNvPr>
          <p:cNvSpPr/>
          <p:nvPr/>
        </p:nvSpPr>
        <p:spPr>
          <a:xfrm>
            <a:off x="295421" y="353294"/>
            <a:ext cx="457200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: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Employee() 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spouse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CompanytID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“”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Title = “”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StartDate = “”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Employee(Division *division , vector&lt;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description){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this-&gt;division = division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this-&gt;description = description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mn-M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mn-M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getTitle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return Title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setTitle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Title){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this-&gt;Title = Title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74A488-E51E-3A6C-3B3B-8BA64A3CCF71}"/>
              </a:ext>
            </a:extLst>
          </p:cNvPr>
          <p:cNvSpPr/>
          <p:nvPr/>
        </p:nvSpPr>
        <p:spPr>
          <a:xfrm>
            <a:off x="5096021" y="363649"/>
            <a:ext cx="3749040" cy="419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Байгуулагч функц нь анхны утгаа оноох бөгөөд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nullptr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утгыг хаяганд онооно.</a:t>
            </a:r>
          </a:p>
          <a:p>
            <a:pPr marL="0" indent="0">
              <a:buNone/>
            </a:pPr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Параметртэй байгуулагчаар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Employee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класстай холбоо тогтоосон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Division ,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JobDescription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классуудын өгөгдөлд анхны утга онооно.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27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75BE2-9907-7EFC-FE73-9ECE5A9F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FC0757-F97B-BDAB-68F8-E6FC31B148DE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2E9E36-9F5C-78A8-39A6-BCC10087F530}"/>
              </a:ext>
            </a:extLst>
          </p:cNvPr>
          <p:cNvSpPr/>
          <p:nvPr/>
        </p:nvSpPr>
        <p:spPr>
          <a:xfrm>
            <a:off x="457200" y="-1160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ХЭРЭГЖҮҮЛЭЛТ  —  Үндсэн Кодын 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Тайлбар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r>
              <a:rPr lang="mn-MN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Employee.h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136CA5-E097-55B7-4CFC-7890F7D9FA92}"/>
              </a:ext>
            </a:extLst>
          </p:cNvPr>
          <p:cNvSpPr/>
          <p:nvPr/>
        </p:nvSpPr>
        <p:spPr>
          <a:xfrm>
            <a:off x="295421" y="363649"/>
            <a:ext cx="457200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getTitle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title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setStartDate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StartDate){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this-&gt;StartDate = StartDate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addDivsion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(Division* division){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this-&gt;division = division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addJobDescription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jds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description.push_back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jds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addSpouse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(Spouse *spouse){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this-&gt;spouse = spouse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addChild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(Child child){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children.push_back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(child)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print(){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“=== Employee Buh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Medeelel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===”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“Name = 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    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41C5F5-21ED-F45F-7F0C-0048C2918BB4}"/>
              </a:ext>
            </a:extLst>
          </p:cNvPr>
          <p:cNvSpPr/>
          <p:nvPr/>
        </p:nvSpPr>
        <p:spPr>
          <a:xfrm>
            <a:off x="5096021" y="363649"/>
            <a:ext cx="3749040" cy="419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Классын холбоос үүсгэсэн объектуудын холбогдох функцийг зарлана.</a:t>
            </a:r>
          </a:p>
        </p:txBody>
      </p:sp>
    </p:spTree>
    <p:extLst>
      <p:ext uri="{BB962C8B-B14F-4D97-AF65-F5344CB8AC3E}">
        <p14:creationId xmlns:p14="http://schemas.microsoft.com/office/powerpoint/2010/main" val="1335483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79A05-32E4-8086-DDC0-97C736C9C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D40963-6539-6984-B227-440282093D8C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3D8847-28AB-0D2C-C8B3-46973D43D238}"/>
              </a:ext>
            </a:extLst>
          </p:cNvPr>
          <p:cNvSpPr/>
          <p:nvPr/>
        </p:nvSpPr>
        <p:spPr>
          <a:xfrm>
            <a:off x="457200" y="-1160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ХЭРЭГЖҮҮЛЭЛТ  —  Үндсэн Кодын 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Тайлбар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.4 (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Employee.h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E693D3-75B3-4703-6C7C-C22EB3ECFBFF}"/>
              </a:ext>
            </a:extLst>
          </p:cNvPr>
          <p:cNvSpPr/>
          <p:nvPr/>
        </p:nvSpPr>
        <p:spPr>
          <a:xfrm>
            <a:off x="295421" y="363649"/>
            <a:ext cx="457200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“Age = 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getAge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“Title = ” &lt;&lt; Title &lt;&lt; “\n”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“StartDate = 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getStartDate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“\n=== Division ===”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” &lt;&lt; division-&gt;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“\n=== Job Description===”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I = 0 ; I 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description.size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“Description “ &lt;&lt; i+1 &lt;&lt; “ = ” &lt;&lt; description[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if(spouse !=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“\n=== Spouse ===”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(22) &lt;&lt; “Name = ” &lt;&lt; spouse-&gt;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(22) &lt;&lt; “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” &lt;&lt; spouse-&gt;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(22) &lt;&lt; “Age = ” &lt;&lt; spouse-&gt;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getAge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(22) &lt;&lt; “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” &lt;&lt; spouse-&gt;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“Haven’t spouse”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97BE6B3-5F91-2A9E-69AE-033BBDCDC6FE}"/>
              </a:ext>
            </a:extLst>
          </p:cNvPr>
          <p:cNvSpPr/>
          <p:nvPr/>
        </p:nvSpPr>
        <p:spPr>
          <a:xfrm>
            <a:off x="5096021" y="363649"/>
            <a:ext cx="3749040" cy="419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Employee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болон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Division ,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JobDescription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хэсгийг хэвлэж харуулна.</a:t>
            </a:r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Spouse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хоосон байж болно. Хоосон биш бол тухайн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spouse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– ийн мэдээллийг харуулна.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683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8D6DE-F144-818E-DB75-AADB050DB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FD4392-4169-798E-F3CF-7E0349991C93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FFAA90-32AF-E806-A951-B1840B4044D0}"/>
              </a:ext>
            </a:extLst>
          </p:cNvPr>
          <p:cNvSpPr/>
          <p:nvPr/>
        </p:nvSpPr>
        <p:spPr>
          <a:xfrm>
            <a:off x="457200" y="-1160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ХЭРЭГЖҮҮЛЭЛТ  —  Үндсэн Кодын 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Тайлбар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r>
              <a:rPr lang="mn-MN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Employee.h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E321273-F465-BDD0-CBB9-08AD074E6D49}"/>
              </a:ext>
            </a:extLst>
          </p:cNvPr>
          <p:cNvSpPr/>
          <p:nvPr/>
        </p:nvSpPr>
        <p:spPr>
          <a:xfrm>
            <a:off x="295421" y="1000731"/>
            <a:ext cx="457200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“\n=== Children ===”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if(!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children.empty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children.size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if(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0)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“---\n”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“Name = ” &lt;&lt; children[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” &lt;&lt; children[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“Age = ” &lt;&lt; children[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getAge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” &lt;&lt; children[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getFavoriteToy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“Haven’t child”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#endif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58C1DA3-6C8F-48EB-2D67-4B764C636FCE}"/>
              </a:ext>
            </a:extLst>
          </p:cNvPr>
          <p:cNvSpPr/>
          <p:nvPr/>
        </p:nvSpPr>
        <p:spPr>
          <a:xfrm>
            <a:off x="5096021" y="363649"/>
            <a:ext cx="3749040" cy="419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Employee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болон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Child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хэсгийг хэвлэж харуулна.</a:t>
            </a:r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04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E2662-B9CB-E7ED-2F31-E8A8098A4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1B2356-B222-06B9-7140-96913BCBC9A9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7236AE-5A44-CDE3-2AE1-8C589173DC22}"/>
              </a:ext>
            </a:extLst>
          </p:cNvPr>
          <p:cNvSpPr/>
          <p:nvPr/>
        </p:nvSpPr>
        <p:spPr>
          <a:xfrm>
            <a:off x="457200" y="-1160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ХЭРЭГЖҮҮЛЭЛТ  —  Үндсэн Кодын 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Тайлбар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7 (main.cpp)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BE90531-50EB-6CB6-1AC0-5112588C7A61}"/>
              </a:ext>
            </a:extLst>
          </p:cNvPr>
          <p:cNvSpPr/>
          <p:nvPr/>
        </p:nvSpPr>
        <p:spPr>
          <a:xfrm>
            <a:off x="704537" y="477200"/>
            <a:ext cx="457200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endParaRPr lang="en-US" sz="11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main() { </a:t>
            </a:r>
            <a:endParaRPr lang="en-US" sz="11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 , d2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d1.setDivisionName(“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d2.setDivisionName(“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j1 , j2 , j3 , j4 , j5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j1.setDescription(“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j2.setDescription(“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j3.setDescription(“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j4.setDescription(“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Managing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j5.setDescription(“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Report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e1 , e2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e1.setName(“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Andrew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e1.setSsnum(“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SSNUM-1959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e1.setAge(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e1.setCompanyID(“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TECH001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e1.setTitle(“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e1.setStartDate(“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2020-05-14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e1.addDivision(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&amp;d1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e1.addJobDescription(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F24BB39-30DF-399B-C6A4-073AEF15F7E2}"/>
              </a:ext>
            </a:extLst>
          </p:cNvPr>
          <p:cNvSpPr/>
          <p:nvPr/>
        </p:nvSpPr>
        <p:spPr>
          <a:xfrm>
            <a:off x="5096021" y="363649"/>
            <a:ext cx="3749040" cy="419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Employee.h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толгой файлыг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main.cpp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файлд дуудан бүх кодыг хэрэгжүүлнэ.</a:t>
            </a:r>
          </a:p>
          <a:p>
            <a:pPr marL="0" indent="0">
              <a:buNone/>
            </a:pPr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Division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классын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Software Engineering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Human resources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объект байгуулж холбоно.</a:t>
            </a:r>
          </a:p>
          <a:p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JobDescription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классын объектыг зарлан холбоно.</a:t>
            </a:r>
          </a:p>
          <a:p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Employee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классын объектуудыг голчлон зарлана.</a:t>
            </a:r>
          </a:p>
          <a:p>
            <a:pPr marL="0" indent="0">
              <a:buNone/>
            </a:pPr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210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E3335-4489-9165-2D90-13F789001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FF3608-F0FE-FF89-67E6-517309F596DB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03F1F0-1B3B-A2F5-4922-DC70ED390359}"/>
              </a:ext>
            </a:extLst>
          </p:cNvPr>
          <p:cNvSpPr/>
          <p:nvPr/>
        </p:nvSpPr>
        <p:spPr>
          <a:xfrm>
            <a:off x="457200" y="-1160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ХЭРЭГЖҮҮЛЭЛТ  —  Үндсэн Кодын 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Тайлбар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7</a:t>
            </a:r>
            <a:r>
              <a:rPr lang="mn-MN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(main.cpp)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DDA1C17-EF8C-4E4A-DF9C-BA10ACB9CB8B}"/>
              </a:ext>
            </a:extLst>
          </p:cNvPr>
          <p:cNvSpPr/>
          <p:nvPr/>
        </p:nvSpPr>
        <p:spPr>
          <a:xfrm>
            <a:off x="718028" y="480060"/>
            <a:ext cx="457200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e2.setName(“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William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e2.setSsnum(“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SSNUM-1960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e2.setAge(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e2.setCompanyID(“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TECH002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e2.setTitle(“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Manager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e2.setStartDate(“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2024-12-06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e2.addDivision(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&amp;d2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e2.addJobDescription(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j4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e2.addJobDescription(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j5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Spouse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s1 , s2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s1.setName(“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Emily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s1.setSsnum(“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SSNUM-2024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s1.setAge(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s1.setAnniversaryDate(“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2022-09-10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s2.setName(“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Olivia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s2.setSsnum(“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SSNUM-2567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s2.setAge(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s2.setAnniversaryDate(“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2023-11-20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c1 , c2 , c3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c1.setName(“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Sophia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c1.setSsnum(“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c1.setAge(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c1.setFavoriteToy(“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Barbie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6B1E071-36D0-1379-E866-F2A84BA28A99}"/>
              </a:ext>
            </a:extLst>
          </p:cNvPr>
          <p:cNvSpPr/>
          <p:nvPr/>
        </p:nvSpPr>
        <p:spPr>
          <a:xfrm>
            <a:off x="5096021" y="363649"/>
            <a:ext cx="3749040" cy="419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Spouse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классын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объект байгуулж холбоно.</a:t>
            </a:r>
          </a:p>
          <a:p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Child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классын объектыг зарлан холбоно.</a:t>
            </a:r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507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F7451-5636-2E42-29D0-2FAABE17E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67F4D2-68E5-847C-16EA-8A88ACADB92B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3D23E4-BDB4-776E-5AD9-1BF7F2E20D59}"/>
              </a:ext>
            </a:extLst>
          </p:cNvPr>
          <p:cNvSpPr/>
          <p:nvPr/>
        </p:nvSpPr>
        <p:spPr>
          <a:xfrm>
            <a:off x="457200" y="-1160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ХЭРЭГЖҮҮЛЭЛТ  —  Үндсэн Кодын </a:t>
            </a:r>
            <a:r>
              <a:rPr lang="en-US" sz="2000" b="1" dirty="0" err="1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Тайлбар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7</a:t>
            </a:r>
            <a:r>
              <a:rPr lang="mn-MN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(main.cpp)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894A87A-503E-1C41-CFB6-E027F2B8E611}"/>
              </a:ext>
            </a:extLst>
          </p:cNvPr>
          <p:cNvSpPr/>
          <p:nvPr/>
        </p:nvSpPr>
        <p:spPr>
          <a:xfrm>
            <a:off x="792980" y="655957"/>
            <a:ext cx="457200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c2.setName(“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Alexandr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c2.setSsnum(“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SSNUM-3002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c2.setAge(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c2.setFavoriteToy(“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Lego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c3.setName(“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Emma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c3.setSsnum(“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SSNUM-3003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c3.setAge(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c3.setFavoriteToy(“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Teddy Bear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e1.addSpouse(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&amp;s1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e2.addSpouse(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&amp;s2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e1.addChild(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e1.addChild(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e2.addChild(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c3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e1.print() ; </a:t>
            </a:r>
          </a:p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“\n\n”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e2.print()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982A51-8147-25EA-58B6-FD671C08376C}"/>
              </a:ext>
            </a:extLst>
          </p:cNvPr>
          <p:cNvSpPr/>
          <p:nvPr/>
        </p:nvSpPr>
        <p:spPr>
          <a:xfrm>
            <a:off x="5096021" y="363649"/>
            <a:ext cx="3749040" cy="419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Employee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классын бүх өгөгдлийг оруулна.</a:t>
            </a:r>
          </a:p>
          <a:p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Хаягаар нь дамжуулан </a:t>
            </a: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Employee </a:t>
            </a:r>
            <a:r>
              <a:rPr lang="mn-MN" sz="14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холбож , хэвлэнэ.</a:t>
            </a:r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mn-MN" sz="14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347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465882" y="-562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ХЭРЭГЖҮҮЛЭЛТ  —  Програмын гаралт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187376-9C45-E5B3-8BDF-3EA618B08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098" y="766689"/>
            <a:ext cx="2529210" cy="40813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699DC3-AB18-FEFD-B7DF-6A81E2DBA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308" y="766688"/>
            <a:ext cx="2786063" cy="408138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24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ДҮГНЭЛТ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98448" y="1600200"/>
            <a:ext cx="65471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Тус системд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Division,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JobDescription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Spouse, Child 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зэрэг объектуудыг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классад зохих харьцааны дагуу холбон, өгөгдлийг зөв бүтэцтэйгээр хадгалж, боловсруулж, дэлгэцэнд хэвлэх боломжийг бүрдүүлсэн. </a:t>
            </a:r>
          </a:p>
          <a:p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Ингэснээр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загварыг програмчлалын хэл дээр бодит хэрэгжилт болгон хөрвүүлэх чадварыг эзэмшиж, объектуудын хоорондын хамаарал болон өгөгдлийн зохион байгуулалтыг практик түвшинд ойлгож хэрэгжүүлсэн.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97239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АШИГЛАСАН МАТЕРИАЛ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90525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[1]  Объект хандлагат технологийн С++ програмчлал, Ж.Пүрэв, 2008, Улаанбаатар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12527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[2]  Inheritance in C++ — GeeksforGeeks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1792" y="16002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[3]  Composition vs Aggregation in OOP — GeeksforGeeks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91056" y="26517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Анхаарал хандуулсан явдалд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09928" y="3154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БАЯРЛАЛАА</a:t>
            </a: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Баг: IRIS  |  МУИС МТЭС МКУТ  | 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20624" y="182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ХАВСРАЛТ - </a:t>
            </a:r>
            <a:r>
              <a:rPr lang="en-US" sz="2400" b="1" dirty="0" err="1"/>
              <a:t>Child.h</a:t>
            </a:r>
            <a:endParaRPr lang="en-US" sz="2400" b="1" dirty="0"/>
          </a:p>
        </p:txBody>
      </p:sp>
      <p:sp>
        <p:nvSpPr>
          <p:cNvPr id="4" name="Text 2"/>
          <p:cNvSpPr/>
          <p:nvPr/>
        </p:nvSpPr>
        <p:spPr>
          <a:xfrm>
            <a:off x="228600" y="502920"/>
            <a:ext cx="864108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9D5284-1B7A-1401-A395-99BCE1732882}"/>
              </a:ext>
            </a:extLst>
          </p:cNvPr>
          <p:cNvSpPr txBox="1"/>
          <p:nvPr/>
        </p:nvSpPr>
        <p:spPr>
          <a:xfrm>
            <a:off x="420624" y="676030"/>
            <a:ext cx="457551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#ifndef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CHILD_H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CHILD_H</a:t>
            </a:r>
          </a:p>
          <a:p>
            <a:endParaRPr lang="en-US" sz="1100" dirty="0">
              <a:solidFill>
                <a:srgbClr val="77097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 ;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Child : public Person 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getFavoriteToy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FavouriteToy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this-&gt;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FavouriteToy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FavouriteToy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; 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#endif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4C08F-565B-E140-79FB-8EED7B71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A83E3E-6231-DB10-8A1E-A04F286BA743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022AC3-5ADF-57DB-4EBC-BA4374A420A8}"/>
              </a:ext>
            </a:extLst>
          </p:cNvPr>
          <p:cNvSpPr/>
          <p:nvPr/>
        </p:nvSpPr>
        <p:spPr>
          <a:xfrm>
            <a:off x="420624" y="182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ХАВСРАЛТ - </a:t>
            </a: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Division.h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BF71CA-1BE9-AF12-68BB-18A496034E31}"/>
              </a:ext>
            </a:extLst>
          </p:cNvPr>
          <p:cNvSpPr/>
          <p:nvPr/>
        </p:nvSpPr>
        <p:spPr>
          <a:xfrm>
            <a:off x="228600" y="502920"/>
            <a:ext cx="864108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8531C-E668-A510-5CB1-8C4E5D949DAA}"/>
              </a:ext>
            </a:extLst>
          </p:cNvPr>
          <p:cNvSpPr txBox="1"/>
          <p:nvPr/>
        </p:nvSpPr>
        <p:spPr>
          <a:xfrm>
            <a:off x="350286" y="559191"/>
            <a:ext cx="4575516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#ifndef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DIVISION_H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DIVISION_H</a:t>
            </a:r>
          </a:p>
          <a:p>
            <a:endParaRPr lang="en-US" sz="11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 ;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Division 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this-&gt;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; 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#endif  </a:t>
            </a:r>
          </a:p>
        </p:txBody>
      </p:sp>
    </p:spTree>
    <p:extLst>
      <p:ext uri="{BB962C8B-B14F-4D97-AF65-F5344CB8AC3E}">
        <p14:creationId xmlns:p14="http://schemas.microsoft.com/office/powerpoint/2010/main" val="37507605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7A5DF-681D-671B-6ACB-3ACB167E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7BC6BE-BCC0-E235-82B1-AF853C885894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34801A-43ED-CDFC-CC5F-CC85DFF50DE4}"/>
              </a:ext>
            </a:extLst>
          </p:cNvPr>
          <p:cNvSpPr/>
          <p:nvPr/>
        </p:nvSpPr>
        <p:spPr>
          <a:xfrm>
            <a:off x="420624" y="182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ХАВСРАЛТ  - </a:t>
            </a: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JobDescription.h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A38E6F-E9B0-B05A-B129-816BFF8B0D26}"/>
              </a:ext>
            </a:extLst>
          </p:cNvPr>
          <p:cNvSpPr/>
          <p:nvPr/>
        </p:nvSpPr>
        <p:spPr>
          <a:xfrm>
            <a:off x="228600" y="502920"/>
            <a:ext cx="864108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4F16CD-13E4-EB1F-AD00-3244F73B2189}"/>
              </a:ext>
            </a:extLst>
          </p:cNvPr>
          <p:cNvSpPr txBox="1"/>
          <p:nvPr/>
        </p:nvSpPr>
        <p:spPr>
          <a:xfrm>
            <a:off x="457200" y="803618"/>
            <a:ext cx="4575516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#ifndef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JOBDESCRIPTION_H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JOBDESCRIPTION_H</a:t>
            </a:r>
          </a:p>
          <a:p>
            <a:endParaRPr lang="en-US" sz="11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 ;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Child 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description ;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description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description){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this-&gt; description = description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; 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#endif  </a:t>
            </a:r>
          </a:p>
        </p:txBody>
      </p:sp>
    </p:spTree>
    <p:extLst>
      <p:ext uri="{BB962C8B-B14F-4D97-AF65-F5344CB8AC3E}">
        <p14:creationId xmlns:p14="http://schemas.microsoft.com/office/powerpoint/2010/main" val="1478456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D189C-DB12-01F5-74F1-7B5609ED5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82D68A-73F5-2185-6754-08C03F439DA8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9ADDA9-0356-0F0A-1246-4A3353B89F42}"/>
              </a:ext>
            </a:extLst>
          </p:cNvPr>
          <p:cNvSpPr/>
          <p:nvPr/>
        </p:nvSpPr>
        <p:spPr>
          <a:xfrm>
            <a:off x="420624" y="182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ХАВСРАЛТ - </a:t>
            </a: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Employee.h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A3772F-943D-0B64-FCF4-415C3081172C}"/>
              </a:ext>
            </a:extLst>
          </p:cNvPr>
          <p:cNvSpPr/>
          <p:nvPr/>
        </p:nvSpPr>
        <p:spPr>
          <a:xfrm>
            <a:off x="228600" y="502920"/>
            <a:ext cx="864108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09332E-7B1D-0648-2318-05F0C4775EB7}"/>
              </a:ext>
            </a:extLst>
          </p:cNvPr>
          <p:cNvSpPr txBox="1"/>
          <p:nvPr/>
        </p:nvSpPr>
        <p:spPr>
          <a:xfrm>
            <a:off x="466078" y="573977"/>
            <a:ext cx="2758674" cy="46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#ifndef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EMPLOYEE_H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EMPLOYEE_H</a:t>
            </a:r>
          </a:p>
          <a:p>
            <a:endParaRPr lang="en-US" sz="11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&lt;iostream&gt;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&lt;vector&gt;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iomanip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JobDescription.h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Spouse.h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 ;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 : public Person 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Title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StartDate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Spouse *spouse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vector&lt;Child&gt; children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Division *division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vector&lt;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description ; </a:t>
            </a:r>
          </a:p>
          <a:p>
            <a:pPr>
              <a:lnSpc>
                <a:spcPts val="1425"/>
              </a:lnSpc>
              <a:buNone/>
            </a:pPr>
            <a:b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5334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C257A-6A3D-09CB-E800-C99D750CB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C10A77-4075-1914-17CC-006B4B887568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F0B799-DDF5-0FF7-9D04-F362C3FFCA18}"/>
              </a:ext>
            </a:extLst>
          </p:cNvPr>
          <p:cNvSpPr/>
          <p:nvPr/>
        </p:nvSpPr>
        <p:spPr>
          <a:xfrm>
            <a:off x="353168" y="-9413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ХАВСРАЛТ - </a:t>
            </a: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Employee.h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16F97D5-5042-F626-BC3D-9E0CE7CA097F}"/>
              </a:ext>
            </a:extLst>
          </p:cNvPr>
          <p:cNvSpPr/>
          <p:nvPr/>
        </p:nvSpPr>
        <p:spPr>
          <a:xfrm>
            <a:off x="228600" y="502920"/>
            <a:ext cx="864108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21534A-BE59-A473-11B5-F00BBF0DABA8}"/>
              </a:ext>
            </a:extLst>
          </p:cNvPr>
          <p:cNvSpPr txBox="1"/>
          <p:nvPr/>
        </p:nvSpPr>
        <p:spPr>
          <a:xfrm>
            <a:off x="228600" y="292221"/>
            <a:ext cx="457551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: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Employee() 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spouse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CompanytID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“”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Title = “”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StartDate = “”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Employee(Division *division , vector&lt;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description){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this-&gt;division = division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this-&gt;description = description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mn-M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mn-M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getTitle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return Title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setTitle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Title){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this-&gt;Title = Title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2335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6184E-562B-B3DB-6D60-683FAFBD5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D24584-7361-39AE-2EBD-A32E9D6D3C1B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635019-39F7-B6F1-BB5B-DC658DF7CCB7}"/>
              </a:ext>
            </a:extLst>
          </p:cNvPr>
          <p:cNvSpPr/>
          <p:nvPr/>
        </p:nvSpPr>
        <p:spPr>
          <a:xfrm>
            <a:off x="368158" y="-955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ХАВСРАЛТ - </a:t>
            </a: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Employee.h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9FB089-6FF6-DFB9-167D-B70B8953A1B4}"/>
              </a:ext>
            </a:extLst>
          </p:cNvPr>
          <p:cNvSpPr/>
          <p:nvPr/>
        </p:nvSpPr>
        <p:spPr>
          <a:xfrm>
            <a:off x="228600" y="502920"/>
            <a:ext cx="864108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0D4F9D-69C9-4251-430E-05BF6203FE7E}"/>
              </a:ext>
            </a:extLst>
          </p:cNvPr>
          <p:cNvSpPr txBox="1"/>
          <p:nvPr/>
        </p:nvSpPr>
        <p:spPr>
          <a:xfrm>
            <a:off x="274320" y="304662"/>
            <a:ext cx="457551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getTitle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title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setStartDate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StartDate){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this-&gt;StartDate = StartDate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addDivsion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(Division* division){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this-&gt;division = division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addJobDescription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jds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description.push_back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jds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addSpouse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(Spouse *spouse){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this-&gt;spouse = spouse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addChild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(Child child){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children.push_back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(child)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print(){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“=== Employee Buh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Medeelel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===”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“Name = 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    </a:t>
            </a:r>
          </a:p>
        </p:txBody>
      </p:sp>
    </p:spTree>
    <p:extLst>
      <p:ext uri="{BB962C8B-B14F-4D97-AF65-F5344CB8AC3E}">
        <p14:creationId xmlns:p14="http://schemas.microsoft.com/office/powerpoint/2010/main" val="232195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52294-77A9-EC62-B74E-8181C0DA1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6CDFDF-DD5A-5BAB-5E84-BFE834C00AC2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8ECF750-065F-041D-526A-951F4FE0E141}"/>
              </a:ext>
            </a:extLst>
          </p:cNvPr>
          <p:cNvSpPr/>
          <p:nvPr/>
        </p:nvSpPr>
        <p:spPr>
          <a:xfrm>
            <a:off x="368158" y="-955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ХАВСРАЛТ - </a:t>
            </a: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Employee.h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8EDF8C-D703-D475-7B47-952DCA596F72}"/>
              </a:ext>
            </a:extLst>
          </p:cNvPr>
          <p:cNvSpPr/>
          <p:nvPr/>
        </p:nvSpPr>
        <p:spPr>
          <a:xfrm>
            <a:off x="228600" y="502920"/>
            <a:ext cx="864108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A7FAF-6BC4-B470-9276-CB3D252FCAF5}"/>
              </a:ext>
            </a:extLst>
          </p:cNvPr>
          <p:cNvSpPr txBox="1"/>
          <p:nvPr/>
        </p:nvSpPr>
        <p:spPr>
          <a:xfrm>
            <a:off x="274320" y="361700"/>
            <a:ext cx="4575516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“Age = 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getAge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getCompanyID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“Title = ” &lt;&lt; Title &lt;&lt; “\n”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“StartDate = 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getStartDate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“\n=== Division ===”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” &lt;&lt; division-&gt;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getDivisionName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“\n=== Job Description===”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I = 0 ; I 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description.size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“Description “ &lt;&lt; i+1 &lt;&lt; “ = ” &lt;&lt; description[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if(spouse !=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“\n=== Spouse ===”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(22) &lt;&lt; “Name = ” &lt;&lt; spouse-&gt;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(22) &lt;&lt; “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” &lt;&lt; spouse-&gt;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(22) &lt;&lt; “Age = ” &lt;&lt; spouse-&gt;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getAge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&lt;&lt; left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(22) &lt;&lt; “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” &lt;&lt; spouse-&gt;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“Haven’t spouse”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12772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38388-2DA9-7022-288F-082AE78C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2B2CC3-AA70-9566-F4D7-B1032BCA7F32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28A421-96DC-45D9-3A1E-66B7E6C09F1B}"/>
              </a:ext>
            </a:extLst>
          </p:cNvPr>
          <p:cNvSpPr/>
          <p:nvPr/>
        </p:nvSpPr>
        <p:spPr>
          <a:xfrm>
            <a:off x="368158" y="-955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ХАВСРАЛТ - </a:t>
            </a: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Employee.h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5B36050-839A-24FA-8EEA-73C0BB6A6F64}"/>
              </a:ext>
            </a:extLst>
          </p:cNvPr>
          <p:cNvSpPr/>
          <p:nvPr/>
        </p:nvSpPr>
        <p:spPr>
          <a:xfrm>
            <a:off x="228600" y="502920"/>
            <a:ext cx="864108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92D24D-B869-4B0A-B058-0D364843E00E}"/>
              </a:ext>
            </a:extLst>
          </p:cNvPr>
          <p:cNvSpPr txBox="1"/>
          <p:nvPr/>
        </p:nvSpPr>
        <p:spPr>
          <a:xfrm>
            <a:off x="457200" y="864620"/>
            <a:ext cx="457551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“\n=== Children ===”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if(!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children.empty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children.size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if(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0)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“---\n”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“Name = ” &lt;&lt; children[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” &lt;&lt; children[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“Age = ” &lt;&lt; children[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getAge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 &lt;&lt; “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” &lt;&lt; children[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getFavoriteToy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“\n”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“Haven’t child” &lt;&lt;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#endif</a:t>
            </a:r>
          </a:p>
        </p:txBody>
      </p:sp>
    </p:spTree>
    <p:extLst>
      <p:ext uri="{BB962C8B-B14F-4D97-AF65-F5344CB8AC3E}">
        <p14:creationId xmlns:p14="http://schemas.microsoft.com/office/powerpoint/2010/main" val="1765590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29237-FB44-C275-E60B-3744C2E08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B85B90-9A37-1C17-78DE-57005FFE6EB7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21D8BF-A55F-30A4-664C-F497210E2559}"/>
              </a:ext>
            </a:extLst>
          </p:cNvPr>
          <p:cNvSpPr/>
          <p:nvPr/>
        </p:nvSpPr>
        <p:spPr>
          <a:xfrm>
            <a:off x="420624" y="182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ХАВСРАЛТ - </a:t>
            </a: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Person.h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502BD1-077E-2964-444D-F512930B8918}"/>
              </a:ext>
            </a:extLst>
          </p:cNvPr>
          <p:cNvSpPr/>
          <p:nvPr/>
        </p:nvSpPr>
        <p:spPr>
          <a:xfrm>
            <a:off x="228600" y="502920"/>
            <a:ext cx="864108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AF8369-2A34-AAE0-D142-AE9A5DAD10D8}"/>
              </a:ext>
            </a:extLst>
          </p:cNvPr>
          <p:cNvSpPr txBox="1"/>
          <p:nvPr/>
        </p:nvSpPr>
        <p:spPr>
          <a:xfrm>
            <a:off x="339383" y="427117"/>
            <a:ext cx="2586697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#ifndef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PERSON_H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PERSON_H</a:t>
            </a:r>
          </a:p>
          <a:p>
            <a:endParaRPr lang="en-US" sz="1100" dirty="0">
              <a:solidFill>
                <a:srgbClr val="77097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&lt;iostream&gt;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 ;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 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name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age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 return name ;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 return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getAge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 return age ;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name){ this-&gt;name = name ;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 this-&gt;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ssnum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setAge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age){ this-&gt;age = age ;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; 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#endif  </a:t>
            </a:r>
          </a:p>
        </p:txBody>
      </p:sp>
    </p:spTree>
    <p:extLst>
      <p:ext uri="{BB962C8B-B14F-4D97-AF65-F5344CB8AC3E}">
        <p14:creationId xmlns:p14="http://schemas.microsoft.com/office/powerpoint/2010/main" val="2736813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81AED-86EE-1FF3-55C6-4A34BB5F9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B844A3-7192-021E-EFBA-1A4E80A2AA9C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9687DB-B16E-0CC1-899E-32B959173A66}"/>
              </a:ext>
            </a:extLst>
          </p:cNvPr>
          <p:cNvSpPr/>
          <p:nvPr/>
        </p:nvSpPr>
        <p:spPr>
          <a:xfrm>
            <a:off x="420624" y="182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ХАВСРАЛТ - </a:t>
            </a: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Spouse.h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0E1CAE-F133-4E4B-6649-1DAC7365F526}"/>
              </a:ext>
            </a:extLst>
          </p:cNvPr>
          <p:cNvSpPr/>
          <p:nvPr/>
        </p:nvSpPr>
        <p:spPr>
          <a:xfrm>
            <a:off x="228600" y="502920"/>
            <a:ext cx="864108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29405C-FF67-A0E2-1D3C-D490E27FE3C5}"/>
              </a:ext>
            </a:extLst>
          </p:cNvPr>
          <p:cNvSpPr txBox="1"/>
          <p:nvPr/>
        </p:nvSpPr>
        <p:spPr>
          <a:xfrm>
            <a:off x="457200" y="753859"/>
            <a:ext cx="4575516" cy="3854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#ifndef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SPOUSE_H</a:t>
            </a:r>
          </a:p>
          <a:p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US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SPOUSE_H</a:t>
            </a:r>
          </a:p>
          <a:p>
            <a:endParaRPr lang="en-US" sz="1100" dirty="0">
              <a:solidFill>
                <a:srgbClr val="77097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</a:t>
            </a: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 ;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Spouse : public Person {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: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void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this-&gt;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AnniversaryDate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; </a:t>
            </a: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#endif  </a:t>
            </a:r>
          </a:p>
        </p:txBody>
      </p:sp>
    </p:spTree>
    <p:extLst>
      <p:ext uri="{BB962C8B-B14F-4D97-AF65-F5344CB8AC3E}">
        <p14:creationId xmlns:p14="http://schemas.microsoft.com/office/powerpoint/2010/main" val="1924980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1B287-519B-44E2-6C03-8DF87C049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C4A7BA-9B01-F636-020B-5C051FF5AF29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0D1EB9D-D946-E9E9-6B7F-C145C89F2ED3}"/>
              </a:ext>
            </a:extLst>
          </p:cNvPr>
          <p:cNvSpPr/>
          <p:nvPr/>
        </p:nvSpPr>
        <p:spPr>
          <a:xfrm>
            <a:off x="420624" y="182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ХАВСРАЛТ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839413-5FE2-2C66-F6B9-68E242FAC798}"/>
              </a:ext>
            </a:extLst>
          </p:cNvPr>
          <p:cNvSpPr/>
          <p:nvPr/>
        </p:nvSpPr>
        <p:spPr>
          <a:xfrm>
            <a:off x="228600" y="502920"/>
            <a:ext cx="864108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653D81-A4C8-C8CD-B3EC-788490A12220}"/>
              </a:ext>
            </a:extLst>
          </p:cNvPr>
          <p:cNvSpPr txBox="1"/>
          <p:nvPr/>
        </p:nvSpPr>
        <p:spPr>
          <a:xfrm>
            <a:off x="353451" y="513471"/>
            <a:ext cx="457551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1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Employee.h</a:t>
            </a:r>
            <a:r>
              <a:rPr lang="en-US" sz="11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endParaRPr lang="en-US" sz="11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770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main() { </a:t>
            </a:r>
            <a:endParaRPr lang="en-US" sz="11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 , d2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d1.setDivisionName(“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d2.setDivisionName(“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JobDescription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j1 , j2 , j3 , j4 , j5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j1.setDescription(“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j2.setDescription(“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j3.setDescription(“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j4.setDescription(“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Managing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j5.setDescription(“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Report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e1 , e2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e1.setName(“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Andrew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e1.setSsnum(“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SSNUM-1959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e1.setAge(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e1.setCompanyID(“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TECH001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e1.setTitle(“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e1.setStartDate(“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2020-05-14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e1.addDivision(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&amp;d1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e1.addJobDescription(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9B77F6-9800-E25E-C494-EF18EFC75B38}"/>
              </a:ext>
            </a:extLst>
          </p:cNvPr>
          <p:cNvSpPr txBox="1"/>
          <p:nvPr/>
        </p:nvSpPr>
        <p:spPr>
          <a:xfrm>
            <a:off x="4419015" y="257681"/>
            <a:ext cx="4575516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e2.setName(“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William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e2.setSsnum(“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SSNUM-1960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e2.setAge(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e2.setCompanyID(“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TECH002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e2.setTitle(“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Manager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e2.setStartDate(“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2024-12-06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e2.addDivision(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&amp;d2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e2.addJobDescription(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j4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e2.addJobDescription(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j5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Spouse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s1 , s2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s1.setName(“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Emily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s1.setSsnum(“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SSNUM-2024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s1.setAge(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s1.setAnniversaryDate(“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2022-09-10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s2.setName(“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Olivia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s2.setSsnum(“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SSNUM-2567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s2.setAge(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s2.setAnniversaryDate(“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2023-11-20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c1 , c2 , c3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c1.setName(“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Sophia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c1.setSsnum(“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c1.setAge(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c1.setFavoriteToy(“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Barbie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0902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C1A38-CF84-597E-380B-8952F9455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952B35-A005-66C4-06D6-7E79839BB4C9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FD51DD-D778-C8E0-02EA-1696B8D5FD97}"/>
              </a:ext>
            </a:extLst>
          </p:cNvPr>
          <p:cNvSpPr/>
          <p:nvPr/>
        </p:nvSpPr>
        <p:spPr>
          <a:xfrm>
            <a:off x="420624" y="182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ХАВСРАЛТ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4F92711-69CD-7E3D-6B34-9D361F6FF927}"/>
              </a:ext>
            </a:extLst>
          </p:cNvPr>
          <p:cNvSpPr/>
          <p:nvPr/>
        </p:nvSpPr>
        <p:spPr>
          <a:xfrm>
            <a:off x="228600" y="502920"/>
            <a:ext cx="864108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66351-FA50-687E-10E8-44064A43775F}"/>
              </a:ext>
            </a:extLst>
          </p:cNvPr>
          <p:cNvSpPr txBox="1"/>
          <p:nvPr/>
        </p:nvSpPr>
        <p:spPr>
          <a:xfrm>
            <a:off x="637981" y="757148"/>
            <a:ext cx="457551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c2.setName(“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Alexandr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c2.setSsnum(“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SSNUM-3002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c2.setAge(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c2.setFavoriteToy(“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Lego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c3.setName(“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Emma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c3.setSsnum(“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SSNUM-3003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c3.setAge(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c3.setFavoriteToy(“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Teddy Bear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e1.addSpouse(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&amp;s1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e2.addSpouse(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&amp;s2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e1.addChild(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e1.addChild(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e2.addChild(</a:t>
            </a: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c3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e1.print() ; </a:t>
            </a:r>
          </a:p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“\n\n” ;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e2.print() ;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175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4567</Words>
  <Application>Microsoft Office PowerPoint</Application>
  <PresentationFormat>On-screen Show (16:9)</PresentationFormat>
  <Paragraphs>856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Лабораторийн ажил №9 - Класс хоорондын харилцаа</dc:title>
  <dc:subject>PptxGenJS Presentation</dc:subject>
  <dc:creator>PptxGenJS</dc:creator>
  <cp:lastModifiedBy>ERDENEBULGAN Otgonbayar</cp:lastModifiedBy>
  <cp:revision>4</cp:revision>
  <dcterms:created xsi:type="dcterms:W3CDTF">2026-05-05T01:29:00Z</dcterms:created>
  <dcterms:modified xsi:type="dcterms:W3CDTF">2026-05-06T04:13:03Z</dcterms:modified>
</cp:coreProperties>
</file>